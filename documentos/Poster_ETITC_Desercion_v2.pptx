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256" r:id="rId5"/>
  </p:sldIdLst>
  <p:sldSz cx="6858000" cy="121888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82"/>
    <p:restoredTop sz="94678"/>
  </p:normalViewPr>
  <p:slideViewPr>
    <p:cSldViewPr snapToGrid="0" snapToObjects="1">
      <p:cViewPr>
        <p:scale>
          <a:sx n="249" d="100"/>
          <a:sy n="249" d="100"/>
        </p:scale>
        <p:origin x="1600" y="-125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FAEL ANDRES GUZMAN RODRIGUEZ" userId="b08b01dd-00c6-4c4f-9945-5eaaa04970e2" providerId="ADAL" clId="{DCEA87EE-8A4C-4048-8148-BE248326074C}"/>
    <pc:docChg chg="undo custSel modSld">
      <pc:chgData name="RAFAEL ANDRES GUZMAN RODRIGUEZ" userId="b08b01dd-00c6-4c4f-9945-5eaaa04970e2" providerId="ADAL" clId="{DCEA87EE-8A4C-4048-8148-BE248326074C}" dt="2026-05-14T00:10:14.118" v="378" actId="948"/>
      <pc:docMkLst>
        <pc:docMk/>
      </pc:docMkLst>
      <pc:sldChg chg="addSp delSp modSp mod">
        <pc:chgData name="RAFAEL ANDRES GUZMAN RODRIGUEZ" userId="b08b01dd-00c6-4c4f-9945-5eaaa04970e2" providerId="ADAL" clId="{DCEA87EE-8A4C-4048-8148-BE248326074C}" dt="2026-05-14T00:10:14.118" v="378" actId="948"/>
        <pc:sldMkLst>
          <pc:docMk/>
          <pc:sldMk cId="0" sldId="256"/>
        </pc:sldMkLst>
        <pc:spChg chg="mod">
          <ac:chgData name="RAFAEL ANDRES GUZMAN RODRIGUEZ" userId="b08b01dd-00c6-4c4f-9945-5eaaa04970e2" providerId="ADAL" clId="{DCEA87EE-8A4C-4048-8148-BE248326074C}" dt="2026-05-14T00:00:01.725" v="311"/>
          <ac:spMkLst>
            <pc:docMk/>
            <pc:sldMk cId="0" sldId="256"/>
            <ac:spMk id="16" creationId="{00000000-0000-0000-0000-000000000000}"/>
          </ac:spMkLst>
        </pc:spChg>
        <pc:spChg chg="del mod">
          <ac:chgData name="RAFAEL ANDRES GUZMAN RODRIGUEZ" userId="b08b01dd-00c6-4c4f-9945-5eaaa04970e2" providerId="ADAL" clId="{DCEA87EE-8A4C-4048-8148-BE248326074C}" dt="2026-05-13T23:40:28.077" v="20"/>
          <ac:spMkLst>
            <pc:docMk/>
            <pc:sldMk cId="0" sldId="256"/>
            <ac:spMk id="26" creationId="{C64D8BF3-1A3D-F4AE-51E0-070C32F6D741}"/>
          </ac:spMkLst>
        </pc:spChg>
        <pc:spChg chg="mod">
          <ac:chgData name="RAFAEL ANDRES GUZMAN RODRIGUEZ" userId="b08b01dd-00c6-4c4f-9945-5eaaa04970e2" providerId="ADAL" clId="{DCEA87EE-8A4C-4048-8148-BE248326074C}" dt="2026-05-13T23:54:17.039" v="251"/>
          <ac:spMkLst>
            <pc:docMk/>
            <pc:sldMk cId="0" sldId="256"/>
            <ac:spMk id="27" creationId="{00000000-0000-0000-0000-000000000000}"/>
          </ac:spMkLst>
        </pc:spChg>
        <pc:spChg chg="mod">
          <ac:chgData name="RAFAEL ANDRES GUZMAN RODRIGUEZ" userId="b08b01dd-00c6-4c4f-9945-5eaaa04970e2" providerId="ADAL" clId="{DCEA87EE-8A4C-4048-8148-BE248326074C}" dt="2026-05-13T23:53:46.602" v="249"/>
          <ac:spMkLst>
            <pc:docMk/>
            <pc:sldMk cId="0" sldId="256"/>
            <ac:spMk id="42" creationId="{00000000-0000-0000-0000-000000000000}"/>
          </ac:spMkLst>
        </pc:spChg>
        <pc:spChg chg="mod">
          <ac:chgData name="RAFAEL ANDRES GUZMAN RODRIGUEZ" userId="b08b01dd-00c6-4c4f-9945-5eaaa04970e2" providerId="ADAL" clId="{DCEA87EE-8A4C-4048-8148-BE248326074C}" dt="2026-05-13T23:54:44.311" v="273" actId="20577"/>
          <ac:spMkLst>
            <pc:docMk/>
            <pc:sldMk cId="0" sldId="256"/>
            <ac:spMk id="45" creationId="{00000000-0000-0000-0000-000000000000}"/>
          </ac:spMkLst>
        </pc:spChg>
        <pc:spChg chg="mod">
          <ac:chgData name="RAFAEL ANDRES GUZMAN RODRIGUEZ" userId="b08b01dd-00c6-4c4f-9945-5eaaa04970e2" providerId="ADAL" clId="{DCEA87EE-8A4C-4048-8148-BE248326074C}" dt="2026-05-13T23:57:21.882" v="292" actId="1076"/>
          <ac:spMkLst>
            <pc:docMk/>
            <pc:sldMk cId="0" sldId="256"/>
            <ac:spMk id="46" creationId="{00000000-0000-0000-0000-000000000000}"/>
          </ac:spMkLst>
        </pc:spChg>
        <pc:spChg chg="mod">
          <ac:chgData name="RAFAEL ANDRES GUZMAN RODRIGUEZ" userId="b08b01dd-00c6-4c4f-9945-5eaaa04970e2" providerId="ADAL" clId="{DCEA87EE-8A4C-4048-8148-BE248326074C}" dt="2026-05-13T23:57:17.502" v="290" actId="1076"/>
          <ac:spMkLst>
            <pc:docMk/>
            <pc:sldMk cId="0" sldId="256"/>
            <ac:spMk id="51" creationId="{00000000-0000-0000-0000-000000000000}"/>
          </ac:spMkLst>
        </pc:spChg>
        <pc:spChg chg="mod">
          <ac:chgData name="RAFAEL ANDRES GUZMAN RODRIGUEZ" userId="b08b01dd-00c6-4c4f-9945-5eaaa04970e2" providerId="ADAL" clId="{DCEA87EE-8A4C-4048-8148-BE248326074C}" dt="2026-05-13T23:57:25.873" v="293" actId="1076"/>
          <ac:spMkLst>
            <pc:docMk/>
            <pc:sldMk cId="0" sldId="256"/>
            <ac:spMk id="52" creationId="{00000000-0000-0000-0000-000000000000}"/>
          </ac:spMkLst>
        </pc:spChg>
        <pc:spChg chg="mod">
          <ac:chgData name="RAFAEL ANDRES GUZMAN RODRIGUEZ" userId="b08b01dd-00c6-4c4f-9945-5eaaa04970e2" providerId="ADAL" clId="{DCEA87EE-8A4C-4048-8148-BE248326074C}" dt="2026-05-13T23:57:45.171" v="296" actId="1076"/>
          <ac:spMkLst>
            <pc:docMk/>
            <pc:sldMk cId="0" sldId="256"/>
            <ac:spMk id="53" creationId="{00000000-0000-0000-0000-000000000000}"/>
          </ac:spMkLst>
        </pc:spChg>
        <pc:spChg chg="mod">
          <ac:chgData name="RAFAEL ANDRES GUZMAN RODRIGUEZ" userId="b08b01dd-00c6-4c4f-9945-5eaaa04970e2" providerId="ADAL" clId="{DCEA87EE-8A4C-4048-8148-BE248326074C}" dt="2026-05-14T00:10:07.980" v="377" actId="948"/>
          <ac:spMkLst>
            <pc:docMk/>
            <pc:sldMk cId="0" sldId="256"/>
            <ac:spMk id="54" creationId="{00000000-0000-0000-0000-000000000000}"/>
          </ac:spMkLst>
        </pc:spChg>
        <pc:spChg chg="mod">
          <ac:chgData name="RAFAEL ANDRES GUZMAN RODRIGUEZ" userId="b08b01dd-00c6-4c4f-9945-5eaaa04970e2" providerId="ADAL" clId="{DCEA87EE-8A4C-4048-8148-BE248326074C}" dt="2026-05-13T23:57:53.162" v="298" actId="1076"/>
          <ac:spMkLst>
            <pc:docMk/>
            <pc:sldMk cId="0" sldId="256"/>
            <ac:spMk id="55" creationId="{00000000-0000-0000-0000-000000000000}"/>
          </ac:spMkLst>
        </pc:spChg>
        <pc:spChg chg="mod">
          <ac:chgData name="RAFAEL ANDRES GUZMAN RODRIGUEZ" userId="b08b01dd-00c6-4c4f-9945-5eaaa04970e2" providerId="ADAL" clId="{DCEA87EE-8A4C-4048-8148-BE248326074C}" dt="2026-05-14T00:10:14.118" v="378" actId="948"/>
          <ac:spMkLst>
            <pc:docMk/>
            <pc:sldMk cId="0" sldId="256"/>
            <ac:spMk id="56" creationId="{00000000-0000-0000-0000-000000000000}"/>
          </ac:spMkLst>
        </pc:spChg>
        <pc:spChg chg="del mod">
          <ac:chgData name="RAFAEL ANDRES GUZMAN RODRIGUEZ" userId="b08b01dd-00c6-4c4f-9945-5eaaa04970e2" providerId="ADAL" clId="{DCEA87EE-8A4C-4048-8148-BE248326074C}" dt="2026-05-13T23:56:00.951" v="278" actId="478"/>
          <ac:spMkLst>
            <pc:docMk/>
            <pc:sldMk cId="0" sldId="256"/>
            <ac:spMk id="57" creationId="{00000000-0000-0000-0000-000000000000}"/>
          </ac:spMkLst>
        </pc:spChg>
        <pc:spChg chg="del">
          <ac:chgData name="RAFAEL ANDRES GUZMAN RODRIGUEZ" userId="b08b01dd-00c6-4c4f-9945-5eaaa04970e2" providerId="ADAL" clId="{DCEA87EE-8A4C-4048-8148-BE248326074C}" dt="2026-05-13T23:56:04.539" v="283" actId="478"/>
          <ac:spMkLst>
            <pc:docMk/>
            <pc:sldMk cId="0" sldId="256"/>
            <ac:spMk id="58" creationId="{00000000-0000-0000-0000-000000000000}"/>
          </ac:spMkLst>
        </pc:spChg>
        <pc:spChg chg="del">
          <ac:chgData name="RAFAEL ANDRES GUZMAN RODRIGUEZ" userId="b08b01dd-00c6-4c4f-9945-5eaaa04970e2" providerId="ADAL" clId="{DCEA87EE-8A4C-4048-8148-BE248326074C}" dt="2026-05-13T23:55:59.262" v="277" actId="478"/>
          <ac:spMkLst>
            <pc:docMk/>
            <pc:sldMk cId="0" sldId="256"/>
            <ac:spMk id="59" creationId="{00000000-0000-0000-0000-000000000000}"/>
          </ac:spMkLst>
        </pc:spChg>
        <pc:spChg chg="del">
          <ac:chgData name="RAFAEL ANDRES GUZMAN RODRIGUEZ" userId="b08b01dd-00c6-4c4f-9945-5eaaa04970e2" providerId="ADAL" clId="{DCEA87EE-8A4C-4048-8148-BE248326074C}" dt="2026-05-13T23:47:05.178" v="144" actId="478"/>
          <ac:spMkLst>
            <pc:docMk/>
            <pc:sldMk cId="0" sldId="256"/>
            <ac:spMk id="60" creationId="{00000000-0000-0000-0000-000000000000}"/>
          </ac:spMkLst>
        </pc:spChg>
        <pc:spChg chg="mod">
          <ac:chgData name="RAFAEL ANDRES GUZMAN RODRIGUEZ" userId="b08b01dd-00c6-4c4f-9945-5eaaa04970e2" providerId="ADAL" clId="{DCEA87EE-8A4C-4048-8148-BE248326074C}" dt="2026-05-13T23:56:26.020" v="288" actId="1076"/>
          <ac:spMkLst>
            <pc:docMk/>
            <pc:sldMk cId="0" sldId="256"/>
            <ac:spMk id="61" creationId="{00000000-0000-0000-0000-000000000000}"/>
          </ac:spMkLst>
        </pc:spChg>
        <pc:spChg chg="del">
          <ac:chgData name="RAFAEL ANDRES GUZMAN RODRIGUEZ" userId="b08b01dd-00c6-4c4f-9945-5eaaa04970e2" providerId="ADAL" clId="{DCEA87EE-8A4C-4048-8148-BE248326074C}" dt="2026-05-13T23:47:03.425" v="139" actId="478"/>
          <ac:spMkLst>
            <pc:docMk/>
            <pc:sldMk cId="0" sldId="256"/>
            <ac:spMk id="62" creationId="{00000000-0000-0000-0000-000000000000}"/>
          </ac:spMkLst>
        </pc:spChg>
        <pc:spChg chg="del">
          <ac:chgData name="RAFAEL ANDRES GUZMAN RODRIGUEZ" userId="b08b01dd-00c6-4c4f-9945-5eaaa04970e2" providerId="ADAL" clId="{DCEA87EE-8A4C-4048-8148-BE248326074C}" dt="2026-05-13T23:47:04.655" v="143" actId="478"/>
          <ac:spMkLst>
            <pc:docMk/>
            <pc:sldMk cId="0" sldId="256"/>
            <ac:spMk id="63" creationId="{00000000-0000-0000-0000-000000000000}"/>
          </ac:spMkLst>
        </pc:spChg>
        <pc:spChg chg="del">
          <ac:chgData name="RAFAEL ANDRES GUZMAN RODRIGUEZ" userId="b08b01dd-00c6-4c4f-9945-5eaaa04970e2" providerId="ADAL" clId="{DCEA87EE-8A4C-4048-8148-BE248326074C}" dt="2026-05-13T23:47:03.931" v="142" actId="478"/>
          <ac:spMkLst>
            <pc:docMk/>
            <pc:sldMk cId="0" sldId="256"/>
            <ac:spMk id="64" creationId="{00000000-0000-0000-0000-000000000000}"/>
          </ac:spMkLst>
        </pc:spChg>
        <pc:spChg chg="del">
          <ac:chgData name="RAFAEL ANDRES GUZMAN RODRIGUEZ" userId="b08b01dd-00c6-4c4f-9945-5eaaa04970e2" providerId="ADAL" clId="{DCEA87EE-8A4C-4048-8148-BE248326074C}" dt="2026-05-13T23:46:58" v="134" actId="478"/>
          <ac:spMkLst>
            <pc:docMk/>
            <pc:sldMk cId="0" sldId="256"/>
            <ac:spMk id="65" creationId="{00000000-0000-0000-0000-000000000000}"/>
          </ac:spMkLst>
        </pc:spChg>
        <pc:spChg chg="del">
          <ac:chgData name="RAFAEL ANDRES GUZMAN RODRIGUEZ" userId="b08b01dd-00c6-4c4f-9945-5eaaa04970e2" providerId="ADAL" clId="{DCEA87EE-8A4C-4048-8148-BE248326074C}" dt="2026-05-13T23:46:57.270" v="133" actId="478"/>
          <ac:spMkLst>
            <pc:docMk/>
            <pc:sldMk cId="0" sldId="256"/>
            <ac:spMk id="66" creationId="{00000000-0000-0000-0000-000000000000}"/>
          </ac:spMkLst>
        </pc:spChg>
        <pc:spChg chg="del">
          <ac:chgData name="RAFAEL ANDRES GUZMAN RODRIGUEZ" userId="b08b01dd-00c6-4c4f-9945-5eaaa04970e2" providerId="ADAL" clId="{DCEA87EE-8A4C-4048-8148-BE248326074C}" dt="2026-05-13T23:46:56.667" v="132" actId="478"/>
          <ac:spMkLst>
            <pc:docMk/>
            <pc:sldMk cId="0" sldId="256"/>
            <ac:spMk id="67" creationId="{00000000-0000-0000-0000-000000000000}"/>
          </ac:spMkLst>
        </pc:spChg>
        <pc:spChg chg="del">
          <ac:chgData name="RAFAEL ANDRES GUZMAN RODRIGUEZ" userId="b08b01dd-00c6-4c4f-9945-5eaaa04970e2" providerId="ADAL" clId="{DCEA87EE-8A4C-4048-8148-BE248326074C}" dt="2026-05-13T23:46:59.157" v="136" actId="478"/>
          <ac:spMkLst>
            <pc:docMk/>
            <pc:sldMk cId="0" sldId="256"/>
            <ac:spMk id="68" creationId="{00000000-0000-0000-0000-000000000000}"/>
          </ac:spMkLst>
        </pc:spChg>
        <pc:spChg chg="del mod">
          <ac:chgData name="RAFAEL ANDRES GUZMAN RODRIGUEZ" userId="b08b01dd-00c6-4c4f-9945-5eaaa04970e2" providerId="ADAL" clId="{DCEA87EE-8A4C-4048-8148-BE248326074C}" dt="2026-05-13T23:47:03.426" v="141"/>
          <ac:spMkLst>
            <pc:docMk/>
            <pc:sldMk cId="0" sldId="256"/>
            <ac:spMk id="69" creationId="{00000000-0000-0000-0000-000000000000}"/>
          </ac:spMkLst>
        </pc:spChg>
        <pc:spChg chg="del">
          <ac:chgData name="RAFAEL ANDRES GUZMAN RODRIGUEZ" userId="b08b01dd-00c6-4c4f-9945-5eaaa04970e2" providerId="ADAL" clId="{DCEA87EE-8A4C-4048-8148-BE248326074C}" dt="2026-05-13T23:46:55.944" v="131" actId="478"/>
          <ac:spMkLst>
            <pc:docMk/>
            <pc:sldMk cId="0" sldId="256"/>
            <ac:spMk id="70" creationId="{00000000-0000-0000-0000-000000000000}"/>
          </ac:spMkLst>
        </pc:spChg>
        <pc:spChg chg="del">
          <ac:chgData name="RAFAEL ANDRES GUZMAN RODRIGUEZ" userId="b08b01dd-00c6-4c4f-9945-5eaaa04970e2" providerId="ADAL" clId="{DCEA87EE-8A4C-4048-8148-BE248326074C}" dt="2026-05-13T23:46:54.012" v="128" actId="478"/>
          <ac:spMkLst>
            <pc:docMk/>
            <pc:sldMk cId="0" sldId="256"/>
            <ac:spMk id="71" creationId="{00000000-0000-0000-0000-000000000000}"/>
          </ac:spMkLst>
        </pc:spChg>
        <pc:spChg chg="del mod">
          <ac:chgData name="RAFAEL ANDRES GUZMAN RODRIGUEZ" userId="b08b01dd-00c6-4c4f-9945-5eaaa04970e2" providerId="ADAL" clId="{DCEA87EE-8A4C-4048-8148-BE248326074C}" dt="2026-05-13T23:46:55.374" v="130" actId="478"/>
          <ac:spMkLst>
            <pc:docMk/>
            <pc:sldMk cId="0" sldId="256"/>
            <ac:spMk id="72" creationId="{00000000-0000-0000-0000-000000000000}"/>
          </ac:spMkLst>
        </pc:spChg>
        <pc:spChg chg="del">
          <ac:chgData name="RAFAEL ANDRES GUZMAN RODRIGUEZ" userId="b08b01dd-00c6-4c4f-9945-5eaaa04970e2" providerId="ADAL" clId="{DCEA87EE-8A4C-4048-8148-BE248326074C}" dt="2026-05-13T23:46:53.014" v="127" actId="478"/>
          <ac:spMkLst>
            <pc:docMk/>
            <pc:sldMk cId="0" sldId="256"/>
            <ac:spMk id="73" creationId="{00000000-0000-0000-0000-000000000000}"/>
          </ac:spMkLst>
        </pc:spChg>
        <pc:spChg chg="del">
          <ac:chgData name="RAFAEL ANDRES GUZMAN RODRIGUEZ" userId="b08b01dd-00c6-4c4f-9945-5eaaa04970e2" providerId="ADAL" clId="{DCEA87EE-8A4C-4048-8148-BE248326074C}" dt="2026-05-13T23:46:52.373" v="126" actId="478"/>
          <ac:spMkLst>
            <pc:docMk/>
            <pc:sldMk cId="0" sldId="256"/>
            <ac:spMk id="74" creationId="{00000000-0000-0000-0000-000000000000}"/>
          </ac:spMkLst>
        </pc:spChg>
        <pc:spChg chg="del">
          <ac:chgData name="RAFAEL ANDRES GUZMAN RODRIGUEZ" userId="b08b01dd-00c6-4c4f-9945-5eaaa04970e2" providerId="ADAL" clId="{DCEA87EE-8A4C-4048-8148-BE248326074C}" dt="2026-05-13T23:47:07.834" v="147" actId="478"/>
          <ac:spMkLst>
            <pc:docMk/>
            <pc:sldMk cId="0" sldId="256"/>
            <ac:spMk id="75" creationId="{00000000-0000-0000-0000-000000000000}"/>
          </ac:spMkLst>
        </pc:spChg>
        <pc:spChg chg="del">
          <ac:chgData name="RAFAEL ANDRES GUZMAN RODRIGUEZ" userId="b08b01dd-00c6-4c4f-9945-5eaaa04970e2" providerId="ADAL" clId="{DCEA87EE-8A4C-4048-8148-BE248326074C}" dt="2026-05-13T23:47:06.331" v="145" actId="478"/>
          <ac:spMkLst>
            <pc:docMk/>
            <pc:sldMk cId="0" sldId="256"/>
            <ac:spMk id="76" creationId="{00000000-0000-0000-0000-000000000000}"/>
          </ac:spMkLst>
        </pc:spChg>
        <pc:spChg chg="del">
          <ac:chgData name="RAFAEL ANDRES GUZMAN RODRIGUEZ" userId="b08b01dd-00c6-4c4f-9945-5eaaa04970e2" providerId="ADAL" clId="{DCEA87EE-8A4C-4048-8148-BE248326074C}" dt="2026-05-13T23:47:07.071" v="146" actId="478"/>
          <ac:spMkLst>
            <pc:docMk/>
            <pc:sldMk cId="0" sldId="256"/>
            <ac:spMk id="77" creationId="{00000000-0000-0000-0000-000000000000}"/>
          </ac:spMkLst>
        </pc:spChg>
        <pc:spChg chg="del mod">
          <ac:chgData name="RAFAEL ANDRES GUZMAN RODRIGUEZ" userId="b08b01dd-00c6-4c4f-9945-5eaaa04970e2" providerId="ADAL" clId="{DCEA87EE-8A4C-4048-8148-BE248326074C}" dt="2026-05-13T23:44:39.686" v="97" actId="478"/>
          <ac:spMkLst>
            <pc:docMk/>
            <pc:sldMk cId="0" sldId="256"/>
            <ac:spMk id="78" creationId="{00000000-0000-0000-0000-000000000000}"/>
          </ac:spMkLst>
        </pc:spChg>
        <pc:spChg chg="del mod">
          <ac:chgData name="RAFAEL ANDRES GUZMAN RODRIGUEZ" userId="b08b01dd-00c6-4c4f-9945-5eaaa04970e2" providerId="ADAL" clId="{DCEA87EE-8A4C-4048-8148-BE248326074C}" dt="2026-05-13T23:43:54.797" v="89" actId="478"/>
          <ac:spMkLst>
            <pc:docMk/>
            <pc:sldMk cId="0" sldId="256"/>
            <ac:spMk id="79" creationId="{00000000-0000-0000-0000-000000000000}"/>
          </ac:spMkLst>
        </pc:spChg>
        <pc:spChg chg="del mod">
          <ac:chgData name="RAFAEL ANDRES GUZMAN RODRIGUEZ" userId="b08b01dd-00c6-4c4f-9945-5eaaa04970e2" providerId="ADAL" clId="{DCEA87EE-8A4C-4048-8148-BE248326074C}" dt="2026-05-13T23:48:16.113" v="165" actId="478"/>
          <ac:spMkLst>
            <pc:docMk/>
            <pc:sldMk cId="0" sldId="256"/>
            <ac:spMk id="80" creationId="{00000000-0000-0000-0000-000000000000}"/>
          </ac:spMkLst>
        </pc:spChg>
        <pc:spChg chg="del mod">
          <ac:chgData name="RAFAEL ANDRES GUZMAN RODRIGUEZ" userId="b08b01dd-00c6-4c4f-9945-5eaaa04970e2" providerId="ADAL" clId="{DCEA87EE-8A4C-4048-8148-BE248326074C}" dt="2026-05-13T23:43:51.654" v="87" actId="478"/>
          <ac:spMkLst>
            <pc:docMk/>
            <pc:sldMk cId="0" sldId="256"/>
            <ac:spMk id="81" creationId="{00000000-0000-0000-0000-000000000000}"/>
          </ac:spMkLst>
        </pc:spChg>
        <pc:spChg chg="del">
          <ac:chgData name="RAFAEL ANDRES GUZMAN RODRIGUEZ" userId="b08b01dd-00c6-4c4f-9945-5eaaa04970e2" providerId="ADAL" clId="{DCEA87EE-8A4C-4048-8148-BE248326074C}" dt="2026-05-13T23:43:47.750" v="84" actId="478"/>
          <ac:spMkLst>
            <pc:docMk/>
            <pc:sldMk cId="0" sldId="256"/>
            <ac:spMk id="82" creationId="{00000000-0000-0000-0000-000000000000}"/>
          </ac:spMkLst>
        </pc:spChg>
        <pc:spChg chg="del">
          <ac:chgData name="RAFAEL ANDRES GUZMAN RODRIGUEZ" userId="b08b01dd-00c6-4c4f-9945-5eaaa04970e2" providerId="ADAL" clId="{DCEA87EE-8A4C-4048-8148-BE248326074C}" dt="2026-05-13T23:43:50.813" v="86" actId="478"/>
          <ac:spMkLst>
            <pc:docMk/>
            <pc:sldMk cId="0" sldId="256"/>
            <ac:spMk id="83" creationId="{00000000-0000-0000-0000-000000000000}"/>
          </ac:spMkLst>
        </pc:spChg>
        <pc:spChg chg="del">
          <ac:chgData name="RAFAEL ANDRES GUZMAN RODRIGUEZ" userId="b08b01dd-00c6-4c4f-9945-5eaaa04970e2" providerId="ADAL" clId="{DCEA87EE-8A4C-4048-8148-BE248326074C}" dt="2026-05-13T23:43:46.654" v="83" actId="478"/>
          <ac:spMkLst>
            <pc:docMk/>
            <pc:sldMk cId="0" sldId="256"/>
            <ac:spMk id="84" creationId="{00000000-0000-0000-0000-000000000000}"/>
          </ac:spMkLst>
        </pc:spChg>
        <pc:spChg chg="mod">
          <ac:chgData name="RAFAEL ANDRES GUZMAN RODRIGUEZ" userId="b08b01dd-00c6-4c4f-9945-5eaaa04970e2" providerId="ADAL" clId="{DCEA87EE-8A4C-4048-8148-BE248326074C}" dt="2026-05-14T00:01:30.396" v="323" actId="20577"/>
          <ac:spMkLst>
            <pc:docMk/>
            <pc:sldMk cId="0" sldId="256"/>
            <ac:spMk id="142" creationId="{810B343C-FB33-61AB-7BB3-5DFC47AFEC75}"/>
          </ac:spMkLst>
        </pc:spChg>
        <pc:spChg chg="mod">
          <ac:chgData name="RAFAEL ANDRES GUZMAN RODRIGUEZ" userId="b08b01dd-00c6-4c4f-9945-5eaaa04970e2" providerId="ADAL" clId="{DCEA87EE-8A4C-4048-8148-BE248326074C}" dt="2026-05-13T23:39:34.417" v="7" actId="1076"/>
          <ac:spMkLst>
            <pc:docMk/>
            <pc:sldMk cId="0" sldId="256"/>
            <ac:spMk id="152" creationId="{71780C43-97E9-7978-B3E3-048CC9C1C9E4}"/>
          </ac:spMkLst>
        </pc:spChg>
        <pc:spChg chg="mod">
          <ac:chgData name="RAFAEL ANDRES GUZMAN RODRIGUEZ" userId="b08b01dd-00c6-4c4f-9945-5eaaa04970e2" providerId="ADAL" clId="{DCEA87EE-8A4C-4048-8148-BE248326074C}" dt="2026-05-13T23:39:21.356" v="4" actId="1076"/>
          <ac:spMkLst>
            <pc:docMk/>
            <pc:sldMk cId="0" sldId="256"/>
            <ac:spMk id="153" creationId="{07478CFF-2739-1083-FE3F-4794DE51DD84}"/>
          </ac:spMkLst>
        </pc:spChg>
        <pc:spChg chg="add mod">
          <ac:chgData name="RAFAEL ANDRES GUZMAN RODRIGUEZ" userId="b08b01dd-00c6-4c4f-9945-5eaaa04970e2" providerId="ADAL" clId="{DCEA87EE-8A4C-4048-8148-BE248326074C}" dt="2026-05-13T23:43:23.094" v="81" actId="14100"/>
          <ac:spMkLst>
            <pc:docMk/>
            <pc:sldMk cId="0" sldId="256"/>
            <ac:spMk id="157" creationId="{908F420B-4C53-49FD-8456-84924C2A918B}"/>
          </ac:spMkLst>
        </pc:spChg>
        <pc:spChg chg="add del mod">
          <ac:chgData name="RAFAEL ANDRES GUZMAN RODRIGUEZ" userId="b08b01dd-00c6-4c4f-9945-5eaaa04970e2" providerId="ADAL" clId="{DCEA87EE-8A4C-4048-8148-BE248326074C}" dt="2026-05-13T23:40:28.058" v="16" actId="478"/>
          <ac:spMkLst>
            <pc:docMk/>
            <pc:sldMk cId="0" sldId="256"/>
            <ac:spMk id="158" creationId="{6071E152-3AFC-4E69-AEF5-6BA3F317F4C4}"/>
          </ac:spMkLst>
        </pc:spChg>
        <pc:spChg chg="del mod">
          <ac:chgData name="RAFAEL ANDRES GUZMAN RODRIGUEZ" userId="b08b01dd-00c6-4c4f-9945-5eaaa04970e2" providerId="ADAL" clId="{DCEA87EE-8A4C-4048-8148-BE248326074C}" dt="2026-05-13T23:40:28.060" v="18"/>
          <ac:spMkLst>
            <pc:docMk/>
            <pc:sldMk cId="0" sldId="256"/>
            <ac:spMk id="159" creationId="{1B4E6D85-AB8A-9641-F712-297A4F8FB2E6}"/>
          </ac:spMkLst>
        </pc:spChg>
        <pc:spChg chg="add mod">
          <ac:chgData name="RAFAEL ANDRES GUZMAN RODRIGUEZ" userId="b08b01dd-00c6-4c4f-9945-5eaaa04970e2" providerId="ADAL" clId="{DCEA87EE-8A4C-4048-8148-BE248326074C}" dt="2026-05-14T00:08:50.444" v="373" actId="20577"/>
          <ac:spMkLst>
            <pc:docMk/>
            <pc:sldMk cId="0" sldId="256"/>
            <ac:spMk id="160" creationId="{D754CB0F-6CFD-4D05-A1A2-56EEF83C527B}"/>
          </ac:spMkLst>
        </pc:spChg>
        <pc:spChg chg="add del mod">
          <ac:chgData name="RAFAEL ANDRES GUZMAN RODRIGUEZ" userId="b08b01dd-00c6-4c4f-9945-5eaaa04970e2" providerId="ADAL" clId="{DCEA87EE-8A4C-4048-8148-BE248326074C}" dt="2026-05-13T23:48:16.603" v="166" actId="478"/>
          <ac:spMkLst>
            <pc:docMk/>
            <pc:sldMk cId="0" sldId="256"/>
            <ac:spMk id="161" creationId="{AE9D3EAC-F7E8-4BCD-A335-9ACEB0AA8C25}"/>
          </ac:spMkLst>
        </pc:spChg>
        <pc:spChg chg="add del mod">
          <ac:chgData name="RAFAEL ANDRES GUZMAN RODRIGUEZ" userId="b08b01dd-00c6-4c4f-9945-5eaaa04970e2" providerId="ADAL" clId="{DCEA87EE-8A4C-4048-8148-BE248326074C}" dt="2026-05-13T23:44:48.754" v="100" actId="478"/>
          <ac:spMkLst>
            <pc:docMk/>
            <pc:sldMk cId="0" sldId="256"/>
            <ac:spMk id="162" creationId="{6356FB3C-C319-4872-80AB-5CD221F9AF32}"/>
          </ac:spMkLst>
        </pc:spChg>
        <pc:spChg chg="add mod">
          <ac:chgData name="RAFAEL ANDRES GUZMAN RODRIGUEZ" userId="b08b01dd-00c6-4c4f-9945-5eaaa04970e2" providerId="ADAL" clId="{DCEA87EE-8A4C-4048-8148-BE248326074C}" dt="2026-05-13T23:47:37.452" v="157" actId="14100"/>
          <ac:spMkLst>
            <pc:docMk/>
            <pc:sldMk cId="0" sldId="256"/>
            <ac:spMk id="163" creationId="{9C9DE1A0-CA4C-4EE6-A9A5-EE354A2CBBD3}"/>
          </ac:spMkLst>
        </pc:spChg>
        <pc:spChg chg="add mod">
          <ac:chgData name="RAFAEL ANDRES GUZMAN RODRIGUEZ" userId="b08b01dd-00c6-4c4f-9945-5eaaa04970e2" providerId="ADAL" clId="{DCEA87EE-8A4C-4048-8148-BE248326074C}" dt="2026-05-13T23:49:54.863" v="194"/>
          <ac:spMkLst>
            <pc:docMk/>
            <pc:sldMk cId="0" sldId="256"/>
            <ac:spMk id="164" creationId="{EAD11836-FB27-4F29-9BC3-6F591BFF4389}"/>
          </ac:spMkLst>
        </pc:spChg>
        <pc:spChg chg="mod">
          <ac:chgData name="RAFAEL ANDRES GUZMAN RODRIGUEZ" userId="b08b01dd-00c6-4c4f-9945-5eaaa04970e2" providerId="ADAL" clId="{DCEA87EE-8A4C-4048-8148-BE248326074C}" dt="2026-05-13T23:47:18.471" v="150"/>
          <ac:spMkLst>
            <pc:docMk/>
            <pc:sldMk cId="0" sldId="256"/>
            <ac:spMk id="168" creationId="{FEAC79DC-504F-4F18-AA59-55D93B7101CA}"/>
          </ac:spMkLst>
        </pc:spChg>
        <pc:spChg chg="mod">
          <ac:chgData name="RAFAEL ANDRES GUZMAN RODRIGUEZ" userId="b08b01dd-00c6-4c4f-9945-5eaaa04970e2" providerId="ADAL" clId="{DCEA87EE-8A4C-4048-8148-BE248326074C}" dt="2026-05-13T23:47:18.471" v="150"/>
          <ac:spMkLst>
            <pc:docMk/>
            <pc:sldMk cId="0" sldId="256"/>
            <ac:spMk id="169" creationId="{E58617CE-8281-47CF-8513-791C6FB432CC}"/>
          </ac:spMkLst>
        </pc:spChg>
        <pc:spChg chg="mod">
          <ac:chgData name="RAFAEL ANDRES GUZMAN RODRIGUEZ" userId="b08b01dd-00c6-4c4f-9945-5eaaa04970e2" providerId="ADAL" clId="{DCEA87EE-8A4C-4048-8148-BE248326074C}" dt="2026-05-13T23:48:04.930" v="161"/>
          <ac:spMkLst>
            <pc:docMk/>
            <pc:sldMk cId="0" sldId="256"/>
            <ac:spMk id="171" creationId="{4E0F90CA-0EBB-4927-92E5-DF552A733D7F}"/>
          </ac:spMkLst>
        </pc:spChg>
        <pc:spChg chg="mod">
          <ac:chgData name="RAFAEL ANDRES GUZMAN RODRIGUEZ" userId="b08b01dd-00c6-4c4f-9945-5eaaa04970e2" providerId="ADAL" clId="{DCEA87EE-8A4C-4048-8148-BE248326074C}" dt="2026-05-13T23:50:32.525" v="208" actId="120"/>
          <ac:spMkLst>
            <pc:docMk/>
            <pc:sldMk cId="0" sldId="256"/>
            <ac:spMk id="172" creationId="{A3184BF7-55FF-4CFE-91FE-6C62B6FFB0A2}"/>
          </ac:spMkLst>
        </pc:spChg>
        <pc:spChg chg="mod">
          <ac:chgData name="RAFAEL ANDRES GUZMAN RODRIGUEZ" userId="b08b01dd-00c6-4c4f-9945-5eaaa04970e2" providerId="ADAL" clId="{DCEA87EE-8A4C-4048-8148-BE248326074C}" dt="2026-05-13T23:48:09.922" v="163"/>
          <ac:spMkLst>
            <pc:docMk/>
            <pc:sldMk cId="0" sldId="256"/>
            <ac:spMk id="174" creationId="{054AF5CD-CB7D-4126-AA2B-F661D831577F}"/>
          </ac:spMkLst>
        </pc:spChg>
        <pc:spChg chg="mod">
          <ac:chgData name="RAFAEL ANDRES GUZMAN RODRIGUEZ" userId="b08b01dd-00c6-4c4f-9945-5eaaa04970e2" providerId="ADAL" clId="{DCEA87EE-8A4C-4048-8148-BE248326074C}" dt="2026-05-13T23:51:15.290" v="221"/>
          <ac:spMkLst>
            <pc:docMk/>
            <pc:sldMk cId="0" sldId="256"/>
            <ac:spMk id="175" creationId="{75F59FF4-EC85-4B39-813F-78C8D08B5A80}"/>
          </ac:spMkLst>
        </pc:spChg>
        <pc:spChg chg="mod">
          <ac:chgData name="RAFAEL ANDRES GUZMAN RODRIGUEZ" userId="b08b01dd-00c6-4c4f-9945-5eaaa04970e2" providerId="ADAL" clId="{DCEA87EE-8A4C-4048-8148-BE248326074C}" dt="2026-05-13T23:49:32.628" v="186" actId="2711"/>
          <ac:spMkLst>
            <pc:docMk/>
            <pc:sldMk cId="0" sldId="256"/>
            <ac:spMk id="177" creationId="{70A4B8EE-3A39-4588-9CDA-EB23C88312A3}"/>
          </ac:spMkLst>
        </pc:spChg>
        <pc:spChg chg="mod">
          <ac:chgData name="RAFAEL ANDRES GUZMAN RODRIGUEZ" userId="b08b01dd-00c6-4c4f-9945-5eaaa04970e2" providerId="ADAL" clId="{DCEA87EE-8A4C-4048-8148-BE248326074C}" dt="2026-05-13T23:51:34.346" v="226" actId="404"/>
          <ac:spMkLst>
            <pc:docMk/>
            <pc:sldMk cId="0" sldId="256"/>
            <ac:spMk id="178" creationId="{F4B0D833-AC9B-420F-8D28-D6192D0E9BFE}"/>
          </ac:spMkLst>
        </pc:spChg>
        <pc:spChg chg="add del">
          <ac:chgData name="RAFAEL ANDRES GUZMAN RODRIGUEZ" userId="b08b01dd-00c6-4c4f-9945-5eaaa04970e2" providerId="ADAL" clId="{DCEA87EE-8A4C-4048-8148-BE248326074C}" dt="2026-05-13T23:50:46.739" v="212" actId="22"/>
          <ac:spMkLst>
            <pc:docMk/>
            <pc:sldMk cId="0" sldId="256"/>
            <ac:spMk id="180" creationId="{B7C22AB3-8B1C-4441-8A09-D89A596B21FD}"/>
          </ac:spMkLst>
        </pc:spChg>
        <pc:spChg chg="add del">
          <ac:chgData name="RAFAEL ANDRES GUZMAN RODRIGUEZ" userId="b08b01dd-00c6-4c4f-9945-5eaaa04970e2" providerId="ADAL" clId="{DCEA87EE-8A4C-4048-8148-BE248326074C}" dt="2026-05-13T23:51:26.297" v="223" actId="22"/>
          <ac:spMkLst>
            <pc:docMk/>
            <pc:sldMk cId="0" sldId="256"/>
            <ac:spMk id="182" creationId="{A79CEEBE-C508-4726-9735-C64058C4BF00}"/>
          </ac:spMkLst>
        </pc:spChg>
        <pc:spChg chg="add del">
          <ac:chgData name="RAFAEL ANDRES GUZMAN RODRIGUEZ" userId="b08b01dd-00c6-4c4f-9945-5eaaa04970e2" providerId="ADAL" clId="{DCEA87EE-8A4C-4048-8148-BE248326074C}" dt="2026-05-13T23:55:28.635" v="275" actId="22"/>
          <ac:spMkLst>
            <pc:docMk/>
            <pc:sldMk cId="0" sldId="256"/>
            <ac:spMk id="184" creationId="{D4861E77-D0B9-48D6-8D5B-1E474AD0DDAC}"/>
          </ac:spMkLst>
        </pc:spChg>
        <pc:spChg chg="add mod">
          <ac:chgData name="RAFAEL ANDRES GUZMAN RODRIGUEZ" userId="b08b01dd-00c6-4c4f-9945-5eaaa04970e2" providerId="ADAL" clId="{DCEA87EE-8A4C-4048-8148-BE248326074C}" dt="2026-05-13T23:56:26.020" v="288" actId="1076"/>
          <ac:spMkLst>
            <pc:docMk/>
            <pc:sldMk cId="0" sldId="256"/>
            <ac:spMk id="185" creationId="{161AC143-6ABC-4955-B73F-E5CF18AF7D6B}"/>
          </ac:spMkLst>
        </pc:spChg>
        <pc:spChg chg="add mod">
          <ac:chgData name="RAFAEL ANDRES GUZMAN RODRIGUEZ" userId="b08b01dd-00c6-4c4f-9945-5eaaa04970e2" providerId="ADAL" clId="{DCEA87EE-8A4C-4048-8148-BE248326074C}" dt="2026-05-13T23:56:26.020" v="288" actId="1076"/>
          <ac:spMkLst>
            <pc:docMk/>
            <pc:sldMk cId="0" sldId="256"/>
            <ac:spMk id="186" creationId="{73AC4867-42F7-4015-AE17-5E128A37CD36}"/>
          </ac:spMkLst>
        </pc:spChg>
        <pc:spChg chg="add mod">
          <ac:chgData name="RAFAEL ANDRES GUZMAN RODRIGUEZ" userId="b08b01dd-00c6-4c4f-9945-5eaaa04970e2" providerId="ADAL" clId="{DCEA87EE-8A4C-4048-8148-BE248326074C}" dt="2026-05-13T23:56:26.020" v="288" actId="1076"/>
          <ac:spMkLst>
            <pc:docMk/>
            <pc:sldMk cId="0" sldId="256"/>
            <ac:spMk id="187" creationId="{8C110535-3C79-49C7-9144-B4CE76545E1F}"/>
          </ac:spMkLst>
        </pc:spChg>
        <pc:spChg chg="add mod">
          <ac:chgData name="RAFAEL ANDRES GUZMAN RODRIGUEZ" userId="b08b01dd-00c6-4c4f-9945-5eaaa04970e2" providerId="ADAL" clId="{DCEA87EE-8A4C-4048-8148-BE248326074C}" dt="2026-05-13T23:56:26.020" v="288" actId="1076"/>
          <ac:spMkLst>
            <pc:docMk/>
            <pc:sldMk cId="0" sldId="256"/>
            <ac:spMk id="188" creationId="{459686AE-9837-4150-A211-D07EFE2E0344}"/>
          </ac:spMkLst>
        </pc:spChg>
        <pc:spChg chg="add mod">
          <ac:chgData name="RAFAEL ANDRES GUZMAN RODRIGUEZ" userId="b08b01dd-00c6-4c4f-9945-5eaaa04970e2" providerId="ADAL" clId="{DCEA87EE-8A4C-4048-8148-BE248326074C}" dt="2026-05-13T23:56:26.020" v="288" actId="1076"/>
          <ac:spMkLst>
            <pc:docMk/>
            <pc:sldMk cId="0" sldId="256"/>
            <ac:spMk id="189" creationId="{123930C9-741A-46D7-9502-ECEB060B3F96}"/>
          </ac:spMkLst>
        </pc:spChg>
        <pc:spChg chg="add mod">
          <ac:chgData name="RAFAEL ANDRES GUZMAN RODRIGUEZ" userId="b08b01dd-00c6-4c4f-9945-5eaaa04970e2" providerId="ADAL" clId="{DCEA87EE-8A4C-4048-8148-BE248326074C}" dt="2026-05-13T23:55:54.961" v="276"/>
          <ac:spMkLst>
            <pc:docMk/>
            <pc:sldMk cId="0" sldId="256"/>
            <ac:spMk id="194" creationId="{884D759E-56C8-A157-4702-947D865A553F}"/>
          </ac:spMkLst>
        </pc:spChg>
        <pc:spChg chg="add mod">
          <ac:chgData name="RAFAEL ANDRES GUZMAN RODRIGUEZ" userId="b08b01dd-00c6-4c4f-9945-5eaaa04970e2" providerId="ADAL" clId="{DCEA87EE-8A4C-4048-8148-BE248326074C}" dt="2026-05-14T00:09:56.153" v="376" actId="948"/>
          <ac:spMkLst>
            <pc:docMk/>
            <pc:sldMk cId="0" sldId="256"/>
            <ac:spMk id="196" creationId="{C4F093E7-58AD-4BA1-897F-4D0230122E25}"/>
          </ac:spMkLst>
        </pc:spChg>
        <pc:spChg chg="add mod">
          <ac:chgData name="RAFAEL ANDRES GUZMAN RODRIGUEZ" userId="b08b01dd-00c6-4c4f-9945-5eaaa04970e2" providerId="ADAL" clId="{DCEA87EE-8A4C-4048-8148-BE248326074C}" dt="2026-05-13T23:55:54.961" v="276"/>
          <ac:spMkLst>
            <pc:docMk/>
            <pc:sldMk cId="0" sldId="256"/>
            <ac:spMk id="197" creationId="{4BF8ED3A-1CC5-E75D-9B9F-465F35102FD5}"/>
          </ac:spMkLst>
        </pc:spChg>
        <pc:spChg chg="add mod">
          <ac:chgData name="RAFAEL ANDRES GUZMAN RODRIGUEZ" userId="b08b01dd-00c6-4c4f-9945-5eaaa04970e2" providerId="ADAL" clId="{DCEA87EE-8A4C-4048-8148-BE248326074C}" dt="2026-05-13T23:55:54.961" v="276"/>
          <ac:spMkLst>
            <pc:docMk/>
            <pc:sldMk cId="0" sldId="256"/>
            <ac:spMk id="198" creationId="{514BF1A8-6FEC-9977-B754-F703711C0BAB}"/>
          </ac:spMkLst>
        </pc:spChg>
        <pc:spChg chg="add mod">
          <ac:chgData name="RAFAEL ANDRES GUZMAN RODRIGUEZ" userId="b08b01dd-00c6-4c4f-9945-5eaaa04970e2" providerId="ADAL" clId="{DCEA87EE-8A4C-4048-8148-BE248326074C}" dt="2026-05-14T00:09:49.672" v="375" actId="948"/>
          <ac:spMkLst>
            <pc:docMk/>
            <pc:sldMk cId="0" sldId="256"/>
            <ac:spMk id="200" creationId="{13C6B05F-EC36-014F-1ADD-EFA46E657C9B}"/>
          </ac:spMkLst>
        </pc:spChg>
        <pc:spChg chg="add mod">
          <ac:chgData name="RAFAEL ANDRES GUZMAN RODRIGUEZ" userId="b08b01dd-00c6-4c4f-9945-5eaaa04970e2" providerId="ADAL" clId="{DCEA87EE-8A4C-4048-8148-BE248326074C}" dt="2026-05-13T23:55:54.961" v="276"/>
          <ac:spMkLst>
            <pc:docMk/>
            <pc:sldMk cId="0" sldId="256"/>
            <ac:spMk id="201" creationId="{95693EAC-270D-135E-9D75-41D7D76D1A6F}"/>
          </ac:spMkLst>
        </pc:spChg>
        <pc:spChg chg="add mod">
          <ac:chgData name="RAFAEL ANDRES GUZMAN RODRIGUEZ" userId="b08b01dd-00c6-4c4f-9945-5eaaa04970e2" providerId="ADAL" clId="{DCEA87EE-8A4C-4048-8148-BE248326074C}" dt="2026-05-13T23:55:54.961" v="276"/>
          <ac:spMkLst>
            <pc:docMk/>
            <pc:sldMk cId="0" sldId="256"/>
            <ac:spMk id="202" creationId="{9E1CB62E-963E-F491-49BA-5C67D00DAA2A}"/>
          </ac:spMkLst>
        </pc:spChg>
        <pc:spChg chg="add mod">
          <ac:chgData name="RAFAEL ANDRES GUZMAN RODRIGUEZ" userId="b08b01dd-00c6-4c4f-9945-5eaaa04970e2" providerId="ADAL" clId="{DCEA87EE-8A4C-4048-8148-BE248326074C}" dt="2026-05-14T00:05:47.614" v="337" actId="403"/>
          <ac:spMkLst>
            <pc:docMk/>
            <pc:sldMk cId="0" sldId="256"/>
            <ac:spMk id="204" creationId="{6113EF65-9B43-FE88-A7DB-AAAD29D5D826}"/>
          </ac:spMkLst>
        </pc:spChg>
        <pc:spChg chg="add mod">
          <ac:chgData name="RAFAEL ANDRES GUZMAN RODRIGUEZ" userId="b08b01dd-00c6-4c4f-9945-5eaaa04970e2" providerId="ADAL" clId="{DCEA87EE-8A4C-4048-8148-BE248326074C}" dt="2026-05-13T23:55:54.961" v="276"/>
          <ac:spMkLst>
            <pc:docMk/>
            <pc:sldMk cId="0" sldId="256"/>
            <ac:spMk id="205" creationId="{3AC7FEF5-4CD0-1B49-2EBB-3DD529C6E79E}"/>
          </ac:spMkLst>
        </pc:spChg>
        <pc:spChg chg="add mod">
          <ac:chgData name="RAFAEL ANDRES GUZMAN RODRIGUEZ" userId="b08b01dd-00c6-4c4f-9945-5eaaa04970e2" providerId="ADAL" clId="{DCEA87EE-8A4C-4048-8148-BE248326074C}" dt="2026-05-13T23:55:54.961" v="276"/>
          <ac:spMkLst>
            <pc:docMk/>
            <pc:sldMk cId="0" sldId="256"/>
            <ac:spMk id="206" creationId="{C05137BD-93A6-4C56-846B-476DF2B3CC4C}"/>
          </ac:spMkLst>
        </pc:spChg>
        <pc:spChg chg="add mod">
          <ac:chgData name="RAFAEL ANDRES GUZMAN RODRIGUEZ" userId="b08b01dd-00c6-4c4f-9945-5eaaa04970e2" providerId="ADAL" clId="{DCEA87EE-8A4C-4048-8148-BE248326074C}" dt="2026-05-13T23:55:54.961" v="276"/>
          <ac:spMkLst>
            <pc:docMk/>
            <pc:sldMk cId="0" sldId="256"/>
            <ac:spMk id="208" creationId="{F49F5011-694C-40D5-9340-1F19B6076648}"/>
          </ac:spMkLst>
        </pc:spChg>
        <pc:spChg chg="add mod">
          <ac:chgData name="RAFAEL ANDRES GUZMAN RODRIGUEZ" userId="b08b01dd-00c6-4c4f-9945-5eaaa04970e2" providerId="ADAL" clId="{DCEA87EE-8A4C-4048-8148-BE248326074C}" dt="2026-05-13T23:55:54.961" v="276"/>
          <ac:spMkLst>
            <pc:docMk/>
            <pc:sldMk cId="0" sldId="256"/>
            <ac:spMk id="209" creationId="{52E397C6-6EEA-4FFC-8557-D826D8CB758E}"/>
          </ac:spMkLst>
        </pc:spChg>
        <pc:grpChg chg="add mod">
          <ac:chgData name="RAFAEL ANDRES GUZMAN RODRIGUEZ" userId="b08b01dd-00c6-4c4f-9945-5eaaa04970e2" providerId="ADAL" clId="{DCEA87EE-8A4C-4048-8148-BE248326074C}" dt="2026-05-13T23:45:44.219" v="106" actId="164"/>
          <ac:grpSpMkLst>
            <pc:docMk/>
            <pc:sldMk cId="0" sldId="256"/>
            <ac:grpSpMk id="133" creationId="{A8B86EAD-48D8-484D-A866-287EDE3F7CB3}"/>
          </ac:grpSpMkLst>
        </pc:grpChg>
        <pc:grpChg chg="add mod">
          <ac:chgData name="RAFAEL ANDRES GUZMAN RODRIGUEZ" userId="b08b01dd-00c6-4c4f-9945-5eaaa04970e2" providerId="ADAL" clId="{DCEA87EE-8A4C-4048-8148-BE248326074C}" dt="2026-05-13T23:45:53.372" v="108" actId="164"/>
          <ac:grpSpMkLst>
            <pc:docMk/>
            <pc:sldMk cId="0" sldId="256"/>
            <ac:grpSpMk id="134" creationId="{6273870F-2D28-49E8-97E6-3F42F1F08AEB}"/>
          </ac:grpSpMkLst>
        </pc:grpChg>
        <pc:grpChg chg="add mod">
          <ac:chgData name="RAFAEL ANDRES GUZMAN RODRIGUEZ" userId="b08b01dd-00c6-4c4f-9945-5eaaa04970e2" providerId="ADAL" clId="{DCEA87EE-8A4C-4048-8148-BE248326074C}" dt="2026-05-13T23:46:21.559" v="118" actId="164"/>
          <ac:grpSpMkLst>
            <pc:docMk/>
            <pc:sldMk cId="0" sldId="256"/>
            <ac:grpSpMk id="135" creationId="{C574B104-AC6D-49A3-9900-3906D336C0B6}"/>
          </ac:grpSpMkLst>
        </pc:grpChg>
        <pc:grpChg chg="add mod">
          <ac:chgData name="RAFAEL ANDRES GUZMAN RODRIGUEZ" userId="b08b01dd-00c6-4c4f-9945-5eaaa04970e2" providerId="ADAL" clId="{DCEA87EE-8A4C-4048-8148-BE248326074C}" dt="2026-05-13T23:46:31.433" v="120" actId="164"/>
          <ac:grpSpMkLst>
            <pc:docMk/>
            <pc:sldMk cId="0" sldId="256"/>
            <ac:grpSpMk id="136" creationId="{373BC335-6BB1-4273-9571-EA2D046747AC}"/>
          </ac:grpSpMkLst>
        </pc:grpChg>
        <pc:grpChg chg="add mod">
          <ac:chgData name="RAFAEL ANDRES GUZMAN RODRIGUEZ" userId="b08b01dd-00c6-4c4f-9945-5eaaa04970e2" providerId="ADAL" clId="{DCEA87EE-8A4C-4048-8148-BE248326074C}" dt="2026-05-13T23:46:39.655" v="122" actId="164"/>
          <ac:grpSpMkLst>
            <pc:docMk/>
            <pc:sldMk cId="0" sldId="256"/>
            <ac:grpSpMk id="137" creationId="{FD68D45E-65F8-4924-B358-C77A226457D9}"/>
          </ac:grpSpMkLst>
        </pc:grpChg>
        <pc:grpChg chg="add del mod">
          <ac:chgData name="RAFAEL ANDRES GUZMAN RODRIGUEZ" userId="b08b01dd-00c6-4c4f-9945-5eaaa04970e2" providerId="ADAL" clId="{DCEA87EE-8A4C-4048-8148-BE248326074C}" dt="2026-05-13T23:56:03.795" v="282" actId="478"/>
          <ac:grpSpMkLst>
            <pc:docMk/>
            <pc:sldMk cId="0" sldId="256"/>
            <ac:grpSpMk id="138" creationId="{49991978-2D74-485E-B19A-AFFBD684D813}"/>
          </ac:grpSpMkLst>
        </pc:grpChg>
        <pc:grpChg chg="ord">
          <ac:chgData name="RAFAEL ANDRES GUZMAN RODRIGUEZ" userId="b08b01dd-00c6-4c4f-9945-5eaaa04970e2" providerId="ADAL" clId="{DCEA87EE-8A4C-4048-8148-BE248326074C}" dt="2026-05-13T23:39:15.846" v="3" actId="167"/>
          <ac:grpSpMkLst>
            <pc:docMk/>
            <pc:sldMk cId="0" sldId="256"/>
            <ac:grpSpMk id="154" creationId="{6D1D06DB-E64B-59B0-22A6-3D9EDE7BC122}"/>
          </ac:grpSpMkLst>
        </pc:grpChg>
        <pc:grpChg chg="add del mod">
          <ac:chgData name="RAFAEL ANDRES GUZMAN RODRIGUEZ" userId="b08b01dd-00c6-4c4f-9945-5eaaa04970e2" providerId="ADAL" clId="{DCEA87EE-8A4C-4048-8148-BE248326074C}" dt="2026-05-13T23:48:03.222" v="160" actId="478"/>
          <ac:grpSpMkLst>
            <pc:docMk/>
            <pc:sldMk cId="0" sldId="256"/>
            <ac:grpSpMk id="167" creationId="{E1074E03-C486-4A23-A6EE-862301BD662B}"/>
          </ac:grpSpMkLst>
        </pc:grpChg>
        <pc:grpChg chg="add del mod">
          <ac:chgData name="RAFAEL ANDRES GUZMAN RODRIGUEZ" userId="b08b01dd-00c6-4c4f-9945-5eaaa04970e2" providerId="ADAL" clId="{DCEA87EE-8A4C-4048-8148-BE248326074C}" dt="2026-05-13T23:56:03.164" v="281" actId="478"/>
          <ac:grpSpMkLst>
            <pc:docMk/>
            <pc:sldMk cId="0" sldId="256"/>
            <ac:grpSpMk id="170" creationId="{8F19E4A9-26CB-4BC5-B602-13EE60D80DE9}"/>
          </ac:grpSpMkLst>
        </pc:grpChg>
        <pc:grpChg chg="add del mod">
          <ac:chgData name="RAFAEL ANDRES GUZMAN RODRIGUEZ" userId="b08b01dd-00c6-4c4f-9945-5eaaa04970e2" providerId="ADAL" clId="{DCEA87EE-8A4C-4048-8148-BE248326074C}" dt="2026-05-13T23:56:02.566" v="280" actId="478"/>
          <ac:grpSpMkLst>
            <pc:docMk/>
            <pc:sldMk cId="0" sldId="256"/>
            <ac:grpSpMk id="173" creationId="{5AA46E84-89EA-45B9-AC0F-BAC680901D69}"/>
          </ac:grpSpMkLst>
        </pc:grpChg>
        <pc:grpChg chg="add del mod">
          <ac:chgData name="RAFAEL ANDRES GUZMAN RODRIGUEZ" userId="b08b01dd-00c6-4c4f-9945-5eaaa04970e2" providerId="ADAL" clId="{DCEA87EE-8A4C-4048-8148-BE248326074C}" dt="2026-05-13T23:56:01.618" v="279" actId="478"/>
          <ac:grpSpMkLst>
            <pc:docMk/>
            <pc:sldMk cId="0" sldId="256"/>
            <ac:grpSpMk id="176" creationId="{41208E71-6269-4688-96FA-50BA70976214}"/>
          </ac:grpSpMkLst>
        </pc:grpChg>
        <pc:grpChg chg="add mod">
          <ac:chgData name="RAFAEL ANDRES GUZMAN RODRIGUEZ" userId="b08b01dd-00c6-4c4f-9945-5eaaa04970e2" providerId="ADAL" clId="{DCEA87EE-8A4C-4048-8148-BE248326074C}" dt="2026-05-13T23:56:26.020" v="288" actId="1076"/>
          <ac:grpSpMkLst>
            <pc:docMk/>
            <pc:sldMk cId="0" sldId="256"/>
            <ac:grpSpMk id="190" creationId="{7777EF8B-E7FB-E968-33A3-BF6CBE771153}"/>
          </ac:grpSpMkLst>
        </pc:grpChg>
        <pc:grpChg chg="add mod">
          <ac:chgData name="RAFAEL ANDRES GUZMAN RODRIGUEZ" userId="b08b01dd-00c6-4c4f-9945-5eaaa04970e2" providerId="ADAL" clId="{DCEA87EE-8A4C-4048-8148-BE248326074C}" dt="2026-05-13T23:56:26.020" v="288" actId="1076"/>
          <ac:grpSpMkLst>
            <pc:docMk/>
            <pc:sldMk cId="0" sldId="256"/>
            <ac:grpSpMk id="191" creationId="{0ACB81A6-A70D-6B4D-554B-7FAD39B10F56}"/>
          </ac:grpSpMkLst>
        </pc:grpChg>
        <pc:grpChg chg="add mod">
          <ac:chgData name="RAFAEL ANDRES GUZMAN RODRIGUEZ" userId="b08b01dd-00c6-4c4f-9945-5eaaa04970e2" providerId="ADAL" clId="{DCEA87EE-8A4C-4048-8148-BE248326074C}" dt="2026-05-13T23:56:26.020" v="288" actId="1076"/>
          <ac:grpSpMkLst>
            <pc:docMk/>
            <pc:sldMk cId="0" sldId="256"/>
            <ac:grpSpMk id="192" creationId="{39784D9E-6049-CD39-C632-F124B7C3380A}"/>
          </ac:grpSpMkLst>
        </pc:grpChg>
        <pc:grpChg chg="add mod">
          <ac:chgData name="RAFAEL ANDRES GUZMAN RODRIGUEZ" userId="b08b01dd-00c6-4c4f-9945-5eaaa04970e2" providerId="ADAL" clId="{DCEA87EE-8A4C-4048-8148-BE248326074C}" dt="2026-05-13T23:56:26.020" v="288" actId="1076"/>
          <ac:grpSpMkLst>
            <pc:docMk/>
            <pc:sldMk cId="0" sldId="256"/>
            <ac:grpSpMk id="193" creationId="{ED98C217-DC08-9881-F437-AD147E32E4A8}"/>
          </ac:grpSpMkLst>
        </pc:grpChg>
        <pc:grpChg chg="add mod">
          <ac:chgData name="RAFAEL ANDRES GUZMAN RODRIGUEZ" userId="b08b01dd-00c6-4c4f-9945-5eaaa04970e2" providerId="ADAL" clId="{DCEA87EE-8A4C-4048-8148-BE248326074C}" dt="2026-05-13T23:55:54.961" v="276"/>
          <ac:grpSpMkLst>
            <pc:docMk/>
            <pc:sldMk cId="0" sldId="256"/>
            <ac:grpSpMk id="195" creationId="{1FD60112-0074-14E3-35FD-0F1CAC9D42CC}"/>
          </ac:grpSpMkLst>
        </pc:grpChg>
        <pc:grpChg chg="add mod">
          <ac:chgData name="RAFAEL ANDRES GUZMAN RODRIGUEZ" userId="b08b01dd-00c6-4c4f-9945-5eaaa04970e2" providerId="ADAL" clId="{DCEA87EE-8A4C-4048-8148-BE248326074C}" dt="2026-05-13T23:55:54.961" v="276"/>
          <ac:grpSpMkLst>
            <pc:docMk/>
            <pc:sldMk cId="0" sldId="256"/>
            <ac:grpSpMk id="199" creationId="{F7712546-072D-3FA0-A109-B51F6E88DDA5}"/>
          </ac:grpSpMkLst>
        </pc:grpChg>
        <pc:grpChg chg="add mod">
          <ac:chgData name="RAFAEL ANDRES GUZMAN RODRIGUEZ" userId="b08b01dd-00c6-4c4f-9945-5eaaa04970e2" providerId="ADAL" clId="{DCEA87EE-8A4C-4048-8148-BE248326074C}" dt="2026-05-13T23:55:54.961" v="276"/>
          <ac:grpSpMkLst>
            <pc:docMk/>
            <pc:sldMk cId="0" sldId="256"/>
            <ac:grpSpMk id="203" creationId="{C1C15D0D-81AE-CD0C-A665-ED1C83E392AA}"/>
          </ac:grpSpMkLst>
        </pc:grpChg>
        <pc:grpChg chg="add mod">
          <ac:chgData name="RAFAEL ANDRES GUZMAN RODRIGUEZ" userId="b08b01dd-00c6-4c4f-9945-5eaaa04970e2" providerId="ADAL" clId="{DCEA87EE-8A4C-4048-8148-BE248326074C}" dt="2026-05-13T23:55:54.961" v="276"/>
          <ac:grpSpMkLst>
            <pc:docMk/>
            <pc:sldMk cId="0" sldId="256"/>
            <ac:grpSpMk id="207" creationId="{59C5BCB9-DB58-D7AB-9F9C-2C95159108A9}"/>
          </ac:grpSpMkLst>
        </pc:grpChg>
        <pc:picChg chg="add del">
          <ac:chgData name="RAFAEL ANDRES GUZMAN RODRIGUEZ" userId="b08b01dd-00c6-4c4f-9945-5eaaa04970e2" providerId="ADAL" clId="{DCEA87EE-8A4C-4048-8148-BE248326074C}" dt="2026-05-13T23:43:07.311" v="77" actId="478"/>
          <ac:picMkLst>
            <pc:docMk/>
            <pc:sldMk cId="0" sldId="256"/>
            <ac:picMk id="31" creationId="{5E4B7352-D9F6-4DAE-8D04-B2E05E347225}"/>
          </ac:picMkLst>
        </pc:picChg>
        <pc:picChg chg="add mod">
          <ac:chgData name="RAFAEL ANDRES GUZMAN RODRIGUEZ" userId="b08b01dd-00c6-4c4f-9945-5eaaa04970e2" providerId="ADAL" clId="{DCEA87EE-8A4C-4048-8148-BE248326074C}" dt="2026-05-13T23:43:29.990" v="82" actId="14100"/>
          <ac:picMkLst>
            <pc:docMk/>
            <pc:sldMk cId="0" sldId="256"/>
            <ac:picMk id="131" creationId="{56ACEDD2-5EDC-470D-B8B6-B8C79E583E0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4B440-2E32-A647-96F5-5DED5B548553}" type="datetimeFigureOut">
              <a:rPr lang="es-ES_tradnl" smtClean="0"/>
              <a:t>27/5/26</a:t>
            </a:fld>
            <a:endParaRPr lang="es-ES_tradnl"/>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464A1E-FC78-BF43-94CA-1F08F11A5EFC}" type="slidenum">
              <a:rPr lang="es-ES_tradnl" smtClean="0"/>
              <a:t>‹#›</a:t>
            </a:fld>
            <a:endParaRPr lang="es-ES_tradnl"/>
          </a:p>
        </p:txBody>
      </p:sp>
    </p:spTree>
    <p:extLst>
      <p:ext uri="{BB962C8B-B14F-4D97-AF65-F5344CB8AC3E}">
        <p14:creationId xmlns:p14="http://schemas.microsoft.com/office/powerpoint/2010/main" val="619825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DF464A1E-FC78-BF43-94CA-1F08F11A5EFC}" type="slidenum">
              <a:rPr lang="es-ES_tradnl" smtClean="0"/>
              <a:t>1</a:t>
            </a:fld>
            <a:endParaRPr lang="es-ES_tradnl"/>
          </a:p>
        </p:txBody>
      </p:sp>
    </p:spTree>
    <p:extLst>
      <p:ext uri="{BB962C8B-B14F-4D97-AF65-F5344CB8AC3E}">
        <p14:creationId xmlns:p14="http://schemas.microsoft.com/office/powerpoint/2010/main" val="2660944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4" name="Group 153">
            <a:extLst>
              <a:ext uri="{FF2B5EF4-FFF2-40B4-BE49-F238E27FC236}">
                <a16:creationId xmlns:a16="http://schemas.microsoft.com/office/drawing/2014/main" id="{6D1D06DB-E64B-59B0-22A6-3D9EDE7BC122}"/>
              </a:ext>
            </a:extLst>
          </p:cNvPr>
          <p:cNvGrpSpPr/>
          <p:nvPr/>
        </p:nvGrpSpPr>
        <p:grpSpPr>
          <a:xfrm>
            <a:off x="3429000" y="10605048"/>
            <a:ext cx="3291840" cy="1213388"/>
            <a:chOff x="137160" y="8961120"/>
            <a:chExt cx="6583680" cy="1568903"/>
          </a:xfrm>
        </p:grpSpPr>
        <p:sp>
          <p:nvSpPr>
            <p:cNvPr id="155" name="Rectangle 154">
              <a:extLst>
                <a:ext uri="{FF2B5EF4-FFF2-40B4-BE49-F238E27FC236}">
                  <a16:creationId xmlns:a16="http://schemas.microsoft.com/office/drawing/2014/main" id="{6602801A-E701-BA23-972C-FE6D01CEC57C}"/>
                </a:ext>
              </a:extLst>
            </p:cNvPr>
            <p:cNvSpPr>
              <a:spLocks/>
            </p:cNvSpPr>
            <p:nvPr/>
          </p:nvSpPr>
          <p:spPr>
            <a:xfrm>
              <a:off x="137160" y="8961120"/>
              <a:ext cx="6583680" cy="15689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56" name="Rectangle 155">
              <a:extLst>
                <a:ext uri="{FF2B5EF4-FFF2-40B4-BE49-F238E27FC236}">
                  <a16:creationId xmlns:a16="http://schemas.microsoft.com/office/drawing/2014/main" id="{6D90149C-6165-682C-A588-C17F8D08C32B}"/>
                </a:ext>
              </a:extLst>
            </p:cNvPr>
            <p:cNvSpPr/>
            <p:nvPr/>
          </p:nvSpPr>
          <p:spPr>
            <a:xfrm>
              <a:off x="137160" y="8961120"/>
              <a:ext cx="6583680" cy="211542"/>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grpSp>
      <p:sp>
        <p:nvSpPr>
          <p:cNvPr id="3" name="Rectangle 2"/>
          <p:cNvSpPr/>
          <p:nvPr/>
        </p:nvSpPr>
        <p:spPr>
          <a:xfrm>
            <a:off x="0" y="0"/>
            <a:ext cx="6858000" cy="1783080"/>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4" name="Rectangle 3"/>
          <p:cNvSpPr/>
          <p:nvPr/>
        </p:nvSpPr>
        <p:spPr>
          <a:xfrm>
            <a:off x="0" y="0"/>
            <a:ext cx="1371600" cy="1783080"/>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5" name="TextBox 4"/>
          <p:cNvSpPr txBox="1"/>
          <p:nvPr/>
        </p:nvSpPr>
        <p:spPr>
          <a:xfrm>
            <a:off x="64008" y="1261872"/>
            <a:ext cx="1188720" cy="457200"/>
          </a:xfrm>
          <a:prstGeom prst="rect">
            <a:avLst/>
          </a:prstGeom>
          <a:noFill/>
          <a:ln>
            <a:noFill/>
          </a:ln>
        </p:spPr>
        <p:txBody>
          <a:bodyPr wrap="square">
            <a:spAutoFit/>
          </a:bodyPr>
          <a:lstStyle/>
          <a:p>
            <a:pPr algn="ctr"/>
            <a:r>
              <a:rPr lang="es-ES_tradnl" sz="2000" b="1" i="0" noProof="1">
                <a:solidFill>
                  <a:srgbClr val="FFFFFF"/>
                </a:solidFill>
                <a:latin typeface="Calibri"/>
              </a:rPr>
              <a:t>ETITC</a:t>
            </a:r>
          </a:p>
        </p:txBody>
      </p:sp>
      <p:sp>
        <p:nvSpPr>
          <p:cNvPr id="6" name="TextBox 5"/>
          <p:cNvSpPr txBox="1"/>
          <p:nvPr/>
        </p:nvSpPr>
        <p:spPr>
          <a:xfrm>
            <a:off x="0" y="905021"/>
            <a:ext cx="1325880" cy="548640"/>
          </a:xfrm>
          <a:prstGeom prst="rect">
            <a:avLst/>
          </a:prstGeom>
          <a:noFill/>
          <a:ln>
            <a:noFill/>
          </a:ln>
        </p:spPr>
        <p:txBody>
          <a:bodyPr wrap="square">
            <a:spAutoFit/>
          </a:bodyPr>
          <a:lstStyle/>
          <a:p>
            <a:pPr algn="ctr"/>
            <a:r>
              <a:rPr lang="es-ES_tradnl" sz="550" b="0" i="0" noProof="1">
                <a:solidFill>
                  <a:srgbClr val="CCFFCC"/>
                </a:solidFill>
                <a:latin typeface="Calibri"/>
              </a:rPr>
              <a:t>ESCUELA TECNOLÓGICA
INSTITUTO TÉCNICO CENTRAL</a:t>
            </a:r>
          </a:p>
        </p:txBody>
      </p:sp>
      <p:sp>
        <p:nvSpPr>
          <p:cNvPr id="7" name="Rectangle 6"/>
          <p:cNvSpPr/>
          <p:nvPr/>
        </p:nvSpPr>
        <p:spPr>
          <a:xfrm>
            <a:off x="0" y="1143000"/>
            <a:ext cx="1371600" cy="36576"/>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8" name="TextBox 7"/>
          <p:cNvSpPr txBox="1"/>
          <p:nvPr/>
        </p:nvSpPr>
        <p:spPr>
          <a:xfrm>
            <a:off x="1463040" y="94254"/>
            <a:ext cx="5257800" cy="731520"/>
          </a:xfrm>
          <a:prstGeom prst="rect">
            <a:avLst/>
          </a:prstGeom>
          <a:noFill/>
          <a:ln>
            <a:noFill/>
          </a:ln>
        </p:spPr>
        <p:txBody>
          <a:bodyPr wrap="square">
            <a:spAutoFit/>
          </a:bodyPr>
          <a:lstStyle/>
          <a:p>
            <a:pPr algn="ctr"/>
            <a:r>
              <a:rPr lang="es-ES_tradnl" sz="1400" b="1" i="0" noProof="1">
                <a:solidFill>
                  <a:srgbClr val="FFFFFF"/>
                </a:solidFill>
                <a:latin typeface="Calibri"/>
              </a:rPr>
              <a:t>Sistema de Analítica Predictiva para
la Detección Temprana de Deserción:</a:t>
            </a:r>
          </a:p>
        </p:txBody>
      </p:sp>
      <p:sp>
        <p:nvSpPr>
          <p:cNvPr id="9" name="TextBox 8"/>
          <p:cNvSpPr txBox="1"/>
          <p:nvPr/>
        </p:nvSpPr>
        <p:spPr>
          <a:xfrm>
            <a:off x="1463040" y="804672"/>
            <a:ext cx="5257800" cy="347472"/>
          </a:xfrm>
          <a:prstGeom prst="rect">
            <a:avLst/>
          </a:prstGeom>
          <a:noFill/>
          <a:ln>
            <a:noFill/>
          </a:ln>
        </p:spPr>
        <p:txBody>
          <a:bodyPr wrap="square">
            <a:spAutoFit/>
          </a:bodyPr>
          <a:lstStyle/>
          <a:p>
            <a:pPr algn="ctr"/>
            <a:r>
              <a:rPr lang="es-ES_tradnl" sz="1300" b="1" i="0" noProof="1">
                <a:solidFill>
                  <a:srgbClr val="52B788"/>
                </a:solidFill>
                <a:latin typeface="Calibri"/>
              </a:rPr>
              <a:t>Caso Jornada Nocturna ETITC</a:t>
            </a:r>
          </a:p>
        </p:txBody>
      </p:sp>
      <p:sp>
        <p:nvSpPr>
          <p:cNvPr id="10" name="TextBox 9"/>
          <p:cNvSpPr txBox="1"/>
          <p:nvPr/>
        </p:nvSpPr>
        <p:spPr>
          <a:xfrm>
            <a:off x="1463040" y="1188720"/>
            <a:ext cx="5257800" cy="411480"/>
          </a:xfrm>
          <a:prstGeom prst="rect">
            <a:avLst/>
          </a:prstGeom>
          <a:noFill/>
          <a:ln>
            <a:noFill/>
          </a:ln>
        </p:spPr>
        <p:txBody>
          <a:bodyPr wrap="square">
            <a:spAutoFit/>
          </a:bodyPr>
          <a:lstStyle/>
          <a:p>
            <a:pPr algn="ctr"/>
            <a:r>
              <a:rPr lang="es-ES_tradnl" sz="800" b="0" i="0" noProof="1">
                <a:solidFill>
                  <a:srgbClr val="CCEEDD"/>
                </a:solidFill>
                <a:latin typeface="Calibri"/>
              </a:rPr>
              <a:t>Investigación aplicada: Machine Learning y variables dinámicas
para una intervención preventiva</a:t>
            </a:r>
          </a:p>
        </p:txBody>
      </p:sp>
      <p:sp>
        <p:nvSpPr>
          <p:cNvPr id="11" name="Rectangle 10"/>
          <p:cNvSpPr>
            <a:spLocks noGrp="1" noRot="1" noMove="1" noResize="1" noEditPoints="1" noAdjustHandles="1" noChangeArrowheads="1" noChangeShapeType="1"/>
          </p:cNvSpPr>
          <p:nvPr/>
        </p:nvSpPr>
        <p:spPr>
          <a:xfrm>
            <a:off x="127154" y="1852428"/>
            <a:ext cx="3246120" cy="386103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2" name="Rectangle 11"/>
          <p:cNvSpPr/>
          <p:nvPr/>
        </p:nvSpPr>
        <p:spPr>
          <a:xfrm>
            <a:off x="137160" y="1874519"/>
            <a:ext cx="3246120" cy="292608"/>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3" name="TextBox 12"/>
          <p:cNvSpPr txBox="1"/>
          <p:nvPr/>
        </p:nvSpPr>
        <p:spPr>
          <a:xfrm>
            <a:off x="182880" y="1883664"/>
            <a:ext cx="3154680" cy="274320"/>
          </a:xfrm>
          <a:prstGeom prst="rect">
            <a:avLst/>
          </a:prstGeom>
          <a:noFill/>
          <a:ln>
            <a:noFill/>
          </a:ln>
        </p:spPr>
        <p:txBody>
          <a:bodyPr wrap="square">
            <a:spAutoFit/>
          </a:bodyPr>
          <a:lstStyle/>
          <a:p>
            <a:pPr algn="ctr"/>
            <a:r>
              <a:rPr lang="es-ES_tradnl" sz="1000" b="1" i="0" noProof="1">
                <a:solidFill>
                  <a:srgbClr val="FFFFFF"/>
                </a:solidFill>
                <a:latin typeface="Calibri"/>
              </a:rPr>
              <a:t>Resumen del Proyecto</a:t>
            </a:r>
          </a:p>
        </p:txBody>
      </p:sp>
      <p:sp>
        <p:nvSpPr>
          <p:cNvPr id="14" name="Rectangle 13"/>
          <p:cNvSpPr/>
          <p:nvPr/>
        </p:nvSpPr>
        <p:spPr>
          <a:xfrm>
            <a:off x="228600" y="2231136"/>
            <a:ext cx="3063240" cy="36576"/>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5" name="TextBox 14"/>
          <p:cNvSpPr txBox="1"/>
          <p:nvPr/>
        </p:nvSpPr>
        <p:spPr>
          <a:xfrm>
            <a:off x="401474" y="2241726"/>
            <a:ext cx="3063240" cy="215444"/>
          </a:xfrm>
          <a:prstGeom prst="rect">
            <a:avLst/>
          </a:prstGeom>
          <a:noFill/>
          <a:ln>
            <a:noFill/>
          </a:ln>
        </p:spPr>
        <p:txBody>
          <a:bodyPr wrap="square">
            <a:spAutoFit/>
          </a:bodyPr>
          <a:lstStyle/>
          <a:p>
            <a:pPr algn="l"/>
            <a:r>
              <a:rPr lang="es-ES_tradnl" sz="800" b="1" i="0" noProof="1">
                <a:solidFill>
                  <a:srgbClr val="2D6A4F"/>
                </a:solidFill>
                <a:latin typeface="Calibri"/>
              </a:rPr>
              <a:t>Machine Learning para reducir la deserción estudiantil</a:t>
            </a:r>
          </a:p>
        </p:txBody>
      </p:sp>
      <p:sp>
        <p:nvSpPr>
          <p:cNvPr id="16" name="TextBox 15"/>
          <p:cNvSpPr txBox="1"/>
          <p:nvPr/>
        </p:nvSpPr>
        <p:spPr>
          <a:xfrm>
            <a:off x="219456" y="2459736"/>
            <a:ext cx="3017520" cy="969496"/>
          </a:xfrm>
          <a:prstGeom prst="rect">
            <a:avLst/>
          </a:prstGeom>
          <a:noFill/>
          <a:ln>
            <a:noFill/>
          </a:ln>
        </p:spPr>
        <p:txBody>
          <a:bodyPr wrap="square">
            <a:spAutoFit/>
          </a:bodyPr>
          <a:lstStyle/>
          <a:p>
            <a:r>
              <a:rPr lang="es-ES_tradnl" sz="700" noProof="1">
                <a:solidFill>
                  <a:srgbClr val="333333"/>
                </a:solidFill>
              </a:rPr>
              <a:t>Este proyecto propone un sistema de analítica basado en Machine Learning para detectar prematuramente el riesgo de abandono escolar en la jornada nocturna. A diferencia de modelos estáticos (como Adviser o RUSIA), esta investigación integra variables dinámicas: déficit de disponibilidad horaria academica, interacción en el </a:t>
            </a:r>
            <a:r>
              <a:rPr lang="es-CO" sz="700" dirty="0"/>
              <a:t>Learning Management System</a:t>
            </a:r>
            <a:r>
              <a:rPr lang="es-ES_tradnl" sz="700" noProof="1">
                <a:solidFill>
                  <a:srgbClr val="333333"/>
                </a:solidFill>
              </a:rPr>
              <a:t> (LMS). El objetivo es transformar la respuesta institucional de un modelo reactivo a uno preventivo, alineándose con la meta de reducir la deserción en 2.5 puntos porcentuales para el 2032.</a:t>
            </a:r>
            <a:r>
              <a:rPr lang="es-CO" sz="800" dirty="0"/>
              <a:t> (etitc2025a) </a:t>
            </a:r>
            <a:endParaRPr lang="es-ES_tradnl" sz="700" b="0" i="0" noProof="1">
              <a:solidFill>
                <a:srgbClr val="333333"/>
              </a:solidFill>
              <a:latin typeface="Calibri"/>
            </a:endParaRPr>
          </a:p>
        </p:txBody>
      </p:sp>
      <p:sp>
        <p:nvSpPr>
          <p:cNvPr id="17" name="TextBox 16"/>
          <p:cNvSpPr txBox="1"/>
          <p:nvPr/>
        </p:nvSpPr>
        <p:spPr>
          <a:xfrm>
            <a:off x="254888" y="3526766"/>
            <a:ext cx="3063240" cy="182880"/>
          </a:xfrm>
          <a:prstGeom prst="rect">
            <a:avLst/>
          </a:prstGeom>
          <a:noFill/>
          <a:ln>
            <a:noFill/>
          </a:ln>
        </p:spPr>
        <p:txBody>
          <a:bodyPr wrap="square">
            <a:spAutoFit/>
          </a:bodyPr>
          <a:lstStyle/>
          <a:p>
            <a:pPr algn="ctr"/>
            <a:r>
              <a:rPr lang="es-ES_tradnl" sz="800" b="1" i="0" noProof="1">
                <a:solidFill>
                  <a:srgbClr val="1A4A2E"/>
                </a:solidFill>
                <a:latin typeface="Calibri"/>
              </a:rPr>
              <a:t>El Enfoque de Variables Dinámicas</a:t>
            </a:r>
          </a:p>
        </p:txBody>
      </p:sp>
      <p:sp>
        <p:nvSpPr>
          <p:cNvPr id="18" name="Rectangle 17"/>
          <p:cNvSpPr/>
          <p:nvPr/>
        </p:nvSpPr>
        <p:spPr>
          <a:xfrm>
            <a:off x="254888" y="3709646"/>
            <a:ext cx="960120" cy="64008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9" name="TextBox 18"/>
          <p:cNvSpPr txBox="1"/>
          <p:nvPr/>
        </p:nvSpPr>
        <p:spPr>
          <a:xfrm>
            <a:off x="216025" y="4156764"/>
            <a:ext cx="992125" cy="200055"/>
          </a:xfrm>
          <a:prstGeom prst="rect">
            <a:avLst/>
          </a:prstGeom>
          <a:noFill/>
          <a:ln>
            <a:noFill/>
          </a:ln>
        </p:spPr>
        <p:txBody>
          <a:bodyPr wrap="square">
            <a:spAutoFit/>
          </a:bodyPr>
          <a:lstStyle/>
          <a:p>
            <a:pPr algn="ctr"/>
            <a:r>
              <a:rPr lang="es-ES_tradnl" sz="700" b="1" noProof="1">
                <a:solidFill>
                  <a:srgbClr val="1A4A2E"/>
                </a:solidFill>
                <a:latin typeface="Calibri"/>
              </a:rPr>
              <a:t>Limitación</a:t>
            </a:r>
            <a:r>
              <a:rPr lang="es-ES_tradnl" sz="700" b="1" i="0" noProof="1">
                <a:solidFill>
                  <a:srgbClr val="1A4A2E"/>
                </a:solidFill>
                <a:latin typeface="Calibri"/>
              </a:rPr>
              <a:t> de tiempo</a:t>
            </a:r>
          </a:p>
        </p:txBody>
      </p:sp>
      <p:sp>
        <p:nvSpPr>
          <p:cNvPr id="20" name="Rectangle 19"/>
          <p:cNvSpPr/>
          <p:nvPr/>
        </p:nvSpPr>
        <p:spPr>
          <a:xfrm>
            <a:off x="1279016" y="3709646"/>
            <a:ext cx="960120" cy="640080"/>
          </a:xfrm>
          <a:prstGeom prst="rect">
            <a:avLst/>
          </a:prstGeom>
          <a:solidFill>
            <a:srgbClr val="D0E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21" name="TextBox 20"/>
          <p:cNvSpPr txBox="1"/>
          <p:nvPr/>
        </p:nvSpPr>
        <p:spPr>
          <a:xfrm>
            <a:off x="1316119" y="4140191"/>
            <a:ext cx="880069" cy="261610"/>
          </a:xfrm>
          <a:prstGeom prst="rect">
            <a:avLst/>
          </a:prstGeom>
          <a:noFill/>
          <a:ln>
            <a:noFill/>
          </a:ln>
        </p:spPr>
        <p:txBody>
          <a:bodyPr wrap="square">
            <a:spAutoFit/>
          </a:bodyPr>
          <a:lstStyle/>
          <a:p>
            <a:pPr algn="ctr"/>
            <a:r>
              <a:rPr lang="es-ES_tradnl" sz="700" b="1" i="0" noProof="1">
                <a:solidFill>
                  <a:srgbClr val="1A4A2E"/>
                </a:solidFill>
                <a:latin typeface="Calibri"/>
              </a:rPr>
              <a:t>Interacción LMS</a:t>
            </a:r>
          </a:p>
          <a:p>
            <a:pPr algn="ctr"/>
            <a:r>
              <a:rPr lang="es-ES_tradnl" sz="400" b="1" noProof="1">
                <a:solidFill>
                  <a:srgbClr val="1A4A2E"/>
                </a:solidFill>
                <a:latin typeface="Calibri"/>
              </a:rPr>
              <a:t>(Learning Management System)</a:t>
            </a:r>
            <a:endParaRPr lang="es-ES_tradnl" sz="400" b="1" i="0" noProof="1">
              <a:solidFill>
                <a:srgbClr val="1A4A2E"/>
              </a:solidFill>
              <a:latin typeface="Calibri"/>
            </a:endParaRPr>
          </a:p>
        </p:txBody>
      </p:sp>
      <p:sp>
        <p:nvSpPr>
          <p:cNvPr id="22" name="Rectangle 21"/>
          <p:cNvSpPr/>
          <p:nvPr/>
        </p:nvSpPr>
        <p:spPr>
          <a:xfrm>
            <a:off x="2303144" y="3709646"/>
            <a:ext cx="960120" cy="640080"/>
          </a:xfrm>
          <a:prstGeom prst="rect">
            <a:avLst/>
          </a:prstGeom>
          <a:solidFill>
            <a:srgbClr val="B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23" name="TextBox 22"/>
          <p:cNvSpPr txBox="1"/>
          <p:nvPr/>
        </p:nvSpPr>
        <p:spPr>
          <a:xfrm>
            <a:off x="2321432" y="4139414"/>
            <a:ext cx="923544" cy="200055"/>
          </a:xfrm>
          <a:prstGeom prst="rect">
            <a:avLst/>
          </a:prstGeom>
          <a:noFill/>
          <a:ln>
            <a:noFill/>
          </a:ln>
        </p:spPr>
        <p:txBody>
          <a:bodyPr wrap="square">
            <a:spAutoFit/>
          </a:bodyPr>
          <a:lstStyle/>
          <a:p>
            <a:pPr algn="ctr"/>
            <a:r>
              <a:rPr lang="es-ES_tradnl" sz="700" b="1" i="0" noProof="1">
                <a:solidFill>
                  <a:srgbClr val="1A4A2E"/>
                </a:solidFill>
                <a:latin typeface="Calibri"/>
              </a:rPr>
              <a:t>Fatiga Acumulada</a:t>
            </a:r>
          </a:p>
        </p:txBody>
      </p:sp>
      <p:sp>
        <p:nvSpPr>
          <p:cNvPr id="24" name="TextBox 23"/>
          <p:cNvSpPr txBox="1"/>
          <p:nvPr/>
        </p:nvSpPr>
        <p:spPr>
          <a:xfrm>
            <a:off x="254888" y="4395445"/>
            <a:ext cx="3017520" cy="200055"/>
          </a:xfrm>
          <a:prstGeom prst="rect">
            <a:avLst/>
          </a:prstGeom>
          <a:noFill/>
          <a:ln>
            <a:noFill/>
          </a:ln>
        </p:spPr>
        <p:txBody>
          <a:bodyPr wrap="square">
            <a:spAutoFit/>
          </a:bodyPr>
          <a:lstStyle/>
          <a:p>
            <a:pPr algn="l"/>
            <a:r>
              <a:rPr lang="es-ES_tradnl" sz="700" b="0" i="0" noProof="1">
                <a:solidFill>
                  <a:srgbClr val="333333"/>
                </a:solidFill>
                <a:latin typeface="Calibri"/>
              </a:rPr>
              <a:t>Integración de datos de actuales (Adviser) e interacción en el LMS</a:t>
            </a:r>
          </a:p>
        </p:txBody>
      </p:sp>
      <p:sp>
        <p:nvSpPr>
          <p:cNvPr id="25" name="Rectangle 24"/>
          <p:cNvSpPr/>
          <p:nvPr/>
        </p:nvSpPr>
        <p:spPr>
          <a:xfrm>
            <a:off x="220519" y="5009983"/>
            <a:ext cx="3063240" cy="36576"/>
          </a:xfrm>
          <a:prstGeom prst="rect">
            <a:avLst/>
          </a:prstGeom>
          <a:solidFill>
            <a:srgbClr val="C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27" name="TextBox 26"/>
          <p:cNvSpPr txBox="1"/>
          <p:nvPr/>
        </p:nvSpPr>
        <p:spPr>
          <a:xfrm>
            <a:off x="189737" y="5255237"/>
            <a:ext cx="3017520" cy="323165"/>
          </a:xfrm>
          <a:prstGeom prst="rect">
            <a:avLst/>
          </a:prstGeom>
          <a:noFill/>
          <a:ln>
            <a:noFill/>
          </a:ln>
        </p:spPr>
        <p:txBody>
          <a:bodyPr wrap="square">
            <a:spAutoFit/>
          </a:bodyPr>
          <a:lstStyle/>
          <a:p>
            <a:pPr algn="l"/>
            <a:r>
              <a:rPr lang="es-ES_tradnl" sz="700" b="0" i="0" noProof="1">
                <a:solidFill>
                  <a:srgbClr val="333333"/>
                </a:solidFill>
                <a:latin typeface="Calibri"/>
              </a:rPr>
              <a:t>Alineación con el Plan de Desarrollo 2025-2032 para reducir la deserción en 2,5 puntos porcentuales. </a:t>
            </a:r>
            <a:r>
              <a:rPr lang="es-CO" sz="800" dirty="0"/>
              <a:t>(etitc2025a) </a:t>
            </a:r>
            <a:endParaRPr lang="es-ES_tradnl" sz="700" b="0" i="0" noProof="1">
              <a:solidFill>
                <a:srgbClr val="333333"/>
              </a:solidFill>
              <a:latin typeface="Calibri"/>
            </a:endParaRPr>
          </a:p>
        </p:txBody>
      </p:sp>
      <p:sp>
        <p:nvSpPr>
          <p:cNvPr id="28" name="Rectangle 27"/>
          <p:cNvSpPr/>
          <p:nvPr/>
        </p:nvSpPr>
        <p:spPr>
          <a:xfrm>
            <a:off x="3474720" y="1874519"/>
            <a:ext cx="3246120" cy="3840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29" name="Rectangle 28"/>
          <p:cNvSpPr/>
          <p:nvPr/>
        </p:nvSpPr>
        <p:spPr>
          <a:xfrm>
            <a:off x="3474720" y="1874519"/>
            <a:ext cx="3246120" cy="292608"/>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30" name="TextBox 29"/>
          <p:cNvSpPr txBox="1"/>
          <p:nvPr/>
        </p:nvSpPr>
        <p:spPr>
          <a:xfrm>
            <a:off x="3520440" y="1883664"/>
            <a:ext cx="3154680" cy="274320"/>
          </a:xfrm>
          <a:prstGeom prst="rect">
            <a:avLst/>
          </a:prstGeom>
          <a:noFill/>
          <a:ln>
            <a:noFill/>
          </a:ln>
        </p:spPr>
        <p:txBody>
          <a:bodyPr wrap="square">
            <a:spAutoFit/>
          </a:bodyPr>
          <a:lstStyle/>
          <a:p>
            <a:pPr algn="ctr"/>
            <a:r>
              <a:rPr lang="es-ES_tradnl" sz="1000" b="1" i="0" noProof="1">
                <a:solidFill>
                  <a:srgbClr val="FFFFFF"/>
                </a:solidFill>
                <a:latin typeface="Calibri"/>
              </a:rPr>
              <a:t>Situación Actual y Problemática</a:t>
            </a:r>
          </a:p>
        </p:txBody>
      </p:sp>
      <p:sp>
        <p:nvSpPr>
          <p:cNvPr id="32" name="Rectangle 31"/>
          <p:cNvSpPr/>
          <p:nvPr/>
        </p:nvSpPr>
        <p:spPr>
          <a:xfrm>
            <a:off x="4023359" y="2846551"/>
            <a:ext cx="777240" cy="777240"/>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33" name="Rectangle 32"/>
          <p:cNvSpPr/>
          <p:nvPr/>
        </p:nvSpPr>
        <p:spPr>
          <a:xfrm>
            <a:off x="5257799" y="2572231"/>
            <a:ext cx="777240" cy="105156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34" name="TextBox 33"/>
          <p:cNvSpPr txBox="1"/>
          <p:nvPr/>
        </p:nvSpPr>
        <p:spPr>
          <a:xfrm>
            <a:off x="4023359" y="2636239"/>
            <a:ext cx="777240" cy="201168"/>
          </a:xfrm>
          <a:prstGeom prst="rect">
            <a:avLst/>
          </a:prstGeom>
          <a:noFill/>
          <a:ln>
            <a:noFill/>
          </a:ln>
        </p:spPr>
        <p:txBody>
          <a:bodyPr wrap="square">
            <a:spAutoFit/>
          </a:bodyPr>
          <a:lstStyle/>
          <a:p>
            <a:pPr algn="ctr"/>
            <a:r>
              <a:rPr lang="es-ES_tradnl" sz="800" b="1" i="0" noProof="1">
                <a:solidFill>
                  <a:srgbClr val="2D6A4F"/>
                </a:solidFill>
                <a:latin typeface="Calibri"/>
              </a:rPr>
              <a:t>8,5%</a:t>
            </a:r>
          </a:p>
        </p:txBody>
      </p:sp>
      <p:sp>
        <p:nvSpPr>
          <p:cNvPr id="35" name="TextBox 34"/>
          <p:cNvSpPr txBox="1"/>
          <p:nvPr/>
        </p:nvSpPr>
        <p:spPr>
          <a:xfrm>
            <a:off x="5257799" y="2361919"/>
            <a:ext cx="777240" cy="201168"/>
          </a:xfrm>
          <a:prstGeom prst="rect">
            <a:avLst/>
          </a:prstGeom>
          <a:noFill/>
          <a:ln>
            <a:noFill/>
          </a:ln>
        </p:spPr>
        <p:txBody>
          <a:bodyPr wrap="square">
            <a:spAutoFit/>
          </a:bodyPr>
          <a:lstStyle/>
          <a:p>
            <a:pPr algn="ctr"/>
            <a:r>
              <a:rPr lang="es-ES_tradnl" sz="800" b="1" i="0" noProof="1">
                <a:solidFill>
                  <a:srgbClr val="8B1A1A"/>
                </a:solidFill>
                <a:latin typeface="Calibri"/>
              </a:rPr>
              <a:t>12,05%</a:t>
            </a:r>
          </a:p>
        </p:txBody>
      </p:sp>
      <p:sp>
        <p:nvSpPr>
          <p:cNvPr id="36" name="Rectangle 35"/>
          <p:cNvSpPr/>
          <p:nvPr/>
        </p:nvSpPr>
        <p:spPr>
          <a:xfrm>
            <a:off x="3886199" y="3623791"/>
            <a:ext cx="237744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37" name="TextBox 36"/>
          <p:cNvSpPr txBox="1"/>
          <p:nvPr/>
        </p:nvSpPr>
        <p:spPr>
          <a:xfrm>
            <a:off x="3977638" y="3642079"/>
            <a:ext cx="914400" cy="274320"/>
          </a:xfrm>
          <a:prstGeom prst="rect">
            <a:avLst/>
          </a:prstGeom>
          <a:noFill/>
          <a:ln>
            <a:noFill/>
          </a:ln>
        </p:spPr>
        <p:txBody>
          <a:bodyPr wrap="square">
            <a:spAutoFit/>
          </a:bodyPr>
          <a:lstStyle/>
          <a:p>
            <a:pPr algn="ctr"/>
            <a:r>
              <a:rPr lang="es-ES_tradnl" sz="650" b="0" i="0" noProof="1">
                <a:solidFill>
                  <a:srgbClr val="333333"/>
                </a:solidFill>
                <a:latin typeface="Calibri"/>
              </a:rPr>
              <a:t>Media
Nacional</a:t>
            </a:r>
          </a:p>
        </p:txBody>
      </p:sp>
      <p:sp>
        <p:nvSpPr>
          <p:cNvPr id="38" name="TextBox 37"/>
          <p:cNvSpPr txBox="1"/>
          <p:nvPr/>
        </p:nvSpPr>
        <p:spPr>
          <a:xfrm>
            <a:off x="5212079" y="3642079"/>
            <a:ext cx="914400" cy="274320"/>
          </a:xfrm>
          <a:prstGeom prst="rect">
            <a:avLst/>
          </a:prstGeom>
          <a:noFill/>
          <a:ln>
            <a:noFill/>
          </a:ln>
        </p:spPr>
        <p:txBody>
          <a:bodyPr wrap="square">
            <a:spAutoFit/>
          </a:bodyPr>
          <a:lstStyle/>
          <a:p>
            <a:pPr algn="ctr"/>
            <a:r>
              <a:rPr lang="es-ES_tradnl" sz="650" b="0" i="0" noProof="1">
                <a:solidFill>
                  <a:srgbClr val="333333"/>
                </a:solidFill>
                <a:latin typeface="Calibri"/>
              </a:rPr>
              <a:t>ETITC</a:t>
            </a:r>
          </a:p>
        </p:txBody>
      </p:sp>
      <p:sp>
        <p:nvSpPr>
          <p:cNvPr id="39" name="TextBox 38"/>
          <p:cNvSpPr txBox="1"/>
          <p:nvPr/>
        </p:nvSpPr>
        <p:spPr>
          <a:xfrm>
            <a:off x="3566160" y="3984159"/>
            <a:ext cx="3017520" cy="201168"/>
          </a:xfrm>
          <a:prstGeom prst="rect">
            <a:avLst/>
          </a:prstGeom>
          <a:noFill/>
          <a:ln>
            <a:noFill/>
          </a:ln>
        </p:spPr>
        <p:txBody>
          <a:bodyPr wrap="square">
            <a:spAutoFit/>
          </a:bodyPr>
          <a:lstStyle/>
          <a:p>
            <a:pPr algn="ctr"/>
            <a:r>
              <a:rPr lang="es-ES_tradnl" sz="650" b="0" i="0" noProof="1">
                <a:solidFill>
                  <a:srgbClr val="333333"/>
                </a:solidFill>
                <a:latin typeface="Calibri"/>
              </a:rPr>
              <a:t>Sistemas actuales no logran mitigar esta diferencia.</a:t>
            </a:r>
          </a:p>
        </p:txBody>
      </p:sp>
      <p:sp>
        <p:nvSpPr>
          <p:cNvPr id="40" name="Rectangle 39"/>
          <p:cNvSpPr/>
          <p:nvPr/>
        </p:nvSpPr>
        <p:spPr>
          <a:xfrm>
            <a:off x="3566160" y="4235619"/>
            <a:ext cx="3017520" cy="36576"/>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41" name="TextBox 40"/>
          <p:cNvSpPr txBox="1"/>
          <p:nvPr/>
        </p:nvSpPr>
        <p:spPr>
          <a:xfrm>
            <a:off x="3566160" y="4272195"/>
            <a:ext cx="3017520" cy="207749"/>
          </a:xfrm>
          <a:prstGeom prst="rect">
            <a:avLst/>
          </a:prstGeom>
          <a:noFill/>
          <a:ln>
            <a:noFill/>
          </a:ln>
        </p:spPr>
        <p:txBody>
          <a:bodyPr wrap="square">
            <a:spAutoFit/>
          </a:bodyPr>
          <a:lstStyle/>
          <a:p>
            <a:pPr algn="l"/>
            <a:r>
              <a:rPr lang="es-ES_tradnl" sz="750" b="1" i="0" noProof="1">
                <a:solidFill>
                  <a:srgbClr val="1A4A2E"/>
                </a:solidFill>
                <a:latin typeface="Calibri"/>
              </a:rPr>
              <a:t>La Realidad del Estudiante Nocturno</a:t>
            </a:r>
          </a:p>
        </p:txBody>
      </p:sp>
      <p:sp>
        <p:nvSpPr>
          <p:cNvPr id="42" name="TextBox 41"/>
          <p:cNvSpPr txBox="1"/>
          <p:nvPr/>
        </p:nvSpPr>
        <p:spPr>
          <a:xfrm>
            <a:off x="3566160" y="4473363"/>
            <a:ext cx="3017520" cy="323165"/>
          </a:xfrm>
          <a:prstGeom prst="rect">
            <a:avLst/>
          </a:prstGeom>
          <a:noFill/>
          <a:ln>
            <a:noFill/>
          </a:ln>
        </p:spPr>
        <p:txBody>
          <a:bodyPr wrap="square">
            <a:spAutoFit/>
          </a:bodyPr>
          <a:lstStyle/>
          <a:p>
            <a:pPr algn="l"/>
            <a:r>
              <a:rPr lang="es-ES_tradnl" sz="700" b="0" i="0" noProof="1">
                <a:solidFill>
                  <a:srgbClr val="333333"/>
                </a:solidFill>
                <a:latin typeface="Calibri"/>
              </a:rPr>
              <a:t>- 66,49% vinculado laboralmente. </a:t>
            </a:r>
            <a:r>
              <a:rPr lang="es-CO" sz="800" dirty="0"/>
              <a:t>(etitc2025a) </a:t>
            </a:r>
            <a:br>
              <a:rPr lang="es-ES_tradnl" sz="700" b="0" i="0" noProof="1">
                <a:solidFill>
                  <a:srgbClr val="333333"/>
                </a:solidFill>
                <a:latin typeface="Calibri"/>
              </a:rPr>
            </a:br>
            <a:r>
              <a:rPr lang="es-ES_tradnl" sz="700" b="0" i="0" noProof="1">
                <a:solidFill>
                  <a:srgbClr val="333333"/>
                </a:solidFill>
                <a:latin typeface="Calibri"/>
              </a:rPr>
              <a:t>- 52% manifiesta "pobreza de tiempo" para compromisos académicos.</a:t>
            </a:r>
          </a:p>
        </p:txBody>
      </p:sp>
      <p:sp>
        <p:nvSpPr>
          <p:cNvPr id="43" name="Rectangle 42"/>
          <p:cNvSpPr/>
          <p:nvPr/>
        </p:nvSpPr>
        <p:spPr>
          <a:xfrm>
            <a:off x="3566160" y="5010912"/>
            <a:ext cx="3017520" cy="36576"/>
          </a:xfrm>
          <a:prstGeom prst="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46" name="Rectangle 45"/>
          <p:cNvSpPr/>
          <p:nvPr/>
        </p:nvSpPr>
        <p:spPr>
          <a:xfrm>
            <a:off x="137160" y="5806440"/>
            <a:ext cx="2057400" cy="3063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47" name="Rectangle 46"/>
          <p:cNvSpPr/>
          <p:nvPr/>
        </p:nvSpPr>
        <p:spPr>
          <a:xfrm>
            <a:off x="137160" y="5806440"/>
            <a:ext cx="2057400" cy="292608"/>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48" name="TextBox 47"/>
          <p:cNvSpPr txBox="1"/>
          <p:nvPr/>
        </p:nvSpPr>
        <p:spPr>
          <a:xfrm>
            <a:off x="182880" y="5815584"/>
            <a:ext cx="1965960" cy="223138"/>
          </a:xfrm>
          <a:prstGeom prst="rect">
            <a:avLst/>
          </a:prstGeom>
          <a:noFill/>
          <a:ln>
            <a:noFill/>
          </a:ln>
        </p:spPr>
        <p:txBody>
          <a:bodyPr wrap="square">
            <a:spAutoFit/>
          </a:bodyPr>
          <a:lstStyle/>
          <a:p>
            <a:pPr algn="ctr"/>
            <a:r>
              <a:rPr lang="es-ES_tradnl" sz="850" b="1" i="0" noProof="1">
                <a:solidFill>
                  <a:srgbClr val="FFFFFF"/>
                </a:solidFill>
                <a:latin typeface="Calibri"/>
              </a:rPr>
              <a:t>Pregunta Problema y Objetivos</a:t>
            </a:r>
          </a:p>
        </p:txBody>
      </p:sp>
      <p:sp>
        <p:nvSpPr>
          <p:cNvPr id="49" name="Rectangle 48"/>
          <p:cNvSpPr/>
          <p:nvPr/>
        </p:nvSpPr>
        <p:spPr>
          <a:xfrm>
            <a:off x="228600" y="6153912"/>
            <a:ext cx="1874519" cy="36576"/>
          </a:xfrm>
          <a:prstGeom prst="rect">
            <a:avLst/>
          </a:prstGeom>
          <a:solidFill>
            <a:srgbClr val="C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50" name="TextBox 49"/>
          <p:cNvSpPr txBox="1"/>
          <p:nvPr/>
        </p:nvSpPr>
        <p:spPr>
          <a:xfrm>
            <a:off x="228600" y="6190488"/>
            <a:ext cx="1874519" cy="274320"/>
          </a:xfrm>
          <a:prstGeom prst="rect">
            <a:avLst/>
          </a:prstGeom>
          <a:noFill/>
          <a:ln>
            <a:noFill/>
          </a:ln>
        </p:spPr>
        <p:txBody>
          <a:bodyPr wrap="square">
            <a:spAutoFit/>
          </a:bodyPr>
          <a:lstStyle/>
          <a:p>
            <a:pPr algn="l"/>
            <a:r>
              <a:rPr lang="es-ES_tradnl" sz="750" b="1" i="0" noProof="1">
                <a:solidFill>
                  <a:srgbClr val="2D6A4F"/>
                </a:solidFill>
                <a:latin typeface="Calibri"/>
              </a:rPr>
              <a:t>¿Cómo mejorar la detección temprana?</a:t>
            </a:r>
          </a:p>
        </p:txBody>
      </p:sp>
      <p:sp>
        <p:nvSpPr>
          <p:cNvPr id="51" name="TextBox 50"/>
          <p:cNvSpPr txBox="1"/>
          <p:nvPr/>
        </p:nvSpPr>
        <p:spPr>
          <a:xfrm>
            <a:off x="220519" y="6364469"/>
            <a:ext cx="1874519" cy="392415"/>
          </a:xfrm>
          <a:prstGeom prst="rect">
            <a:avLst/>
          </a:prstGeom>
          <a:noFill/>
          <a:ln>
            <a:noFill/>
          </a:ln>
        </p:spPr>
        <p:txBody>
          <a:bodyPr wrap="square">
            <a:spAutoFit/>
          </a:bodyPr>
          <a:lstStyle/>
          <a:p>
            <a:pPr algn="l"/>
            <a:r>
              <a:rPr lang="es-ES_tradnl" sz="650" b="0" i="1" noProof="1">
                <a:solidFill>
                  <a:srgbClr val="333333"/>
                </a:solidFill>
                <a:latin typeface="Calibri"/>
              </a:rPr>
              <a:t>¿De qué manera la integración de variables dinámicas de entorno permite el monitoreo del riesgo de deserción frente a los sistemas actuales?</a:t>
            </a:r>
          </a:p>
        </p:txBody>
      </p:sp>
      <p:sp>
        <p:nvSpPr>
          <p:cNvPr id="52" name="TextBox 51"/>
          <p:cNvSpPr txBox="1"/>
          <p:nvPr/>
        </p:nvSpPr>
        <p:spPr>
          <a:xfrm>
            <a:off x="212438" y="6648693"/>
            <a:ext cx="1874519" cy="201168"/>
          </a:xfrm>
          <a:prstGeom prst="rect">
            <a:avLst/>
          </a:prstGeom>
          <a:noFill/>
          <a:ln>
            <a:noFill/>
          </a:ln>
        </p:spPr>
        <p:txBody>
          <a:bodyPr wrap="square">
            <a:spAutoFit/>
          </a:bodyPr>
          <a:lstStyle/>
          <a:p>
            <a:pPr algn="l"/>
            <a:r>
              <a:rPr lang="es-ES_tradnl" sz="800" b="1" i="0" noProof="1">
                <a:solidFill>
                  <a:srgbClr val="1A4A2E"/>
                </a:solidFill>
                <a:latin typeface="Calibri"/>
              </a:rPr>
              <a:t>Objetivos</a:t>
            </a:r>
          </a:p>
        </p:txBody>
      </p:sp>
      <p:sp>
        <p:nvSpPr>
          <p:cNvPr id="53" name="TextBox 52"/>
          <p:cNvSpPr txBox="1"/>
          <p:nvPr/>
        </p:nvSpPr>
        <p:spPr>
          <a:xfrm>
            <a:off x="249227" y="6756408"/>
            <a:ext cx="1874519" cy="155448"/>
          </a:xfrm>
          <a:prstGeom prst="rect">
            <a:avLst/>
          </a:prstGeom>
          <a:noFill/>
          <a:ln>
            <a:noFill/>
          </a:ln>
        </p:spPr>
        <p:txBody>
          <a:bodyPr wrap="square">
            <a:spAutoFit/>
          </a:bodyPr>
          <a:lstStyle/>
          <a:p>
            <a:pPr algn="l"/>
            <a:r>
              <a:rPr lang="es-ES_tradnl" sz="700" b="1" i="0" noProof="1">
                <a:solidFill>
                  <a:srgbClr val="2D6A4F"/>
                </a:solidFill>
                <a:latin typeface="Calibri"/>
              </a:rPr>
              <a:t>General:</a:t>
            </a:r>
          </a:p>
        </p:txBody>
      </p:sp>
      <p:sp>
        <p:nvSpPr>
          <p:cNvPr id="54" name="TextBox 53"/>
          <p:cNvSpPr txBox="1"/>
          <p:nvPr/>
        </p:nvSpPr>
        <p:spPr>
          <a:xfrm>
            <a:off x="259562" y="6859384"/>
            <a:ext cx="1943855" cy="592470"/>
          </a:xfrm>
          <a:prstGeom prst="rect">
            <a:avLst/>
          </a:prstGeom>
          <a:noFill/>
          <a:ln>
            <a:noFill/>
          </a:ln>
        </p:spPr>
        <p:txBody>
          <a:bodyPr wrap="square">
            <a:spAutoFit/>
          </a:bodyPr>
          <a:lstStyle/>
          <a:p>
            <a:pPr algn="l"/>
            <a:r>
              <a:rPr lang="es-MX" sz="650" b="0" i="0" noProof="1">
                <a:solidFill>
                  <a:srgbClr val="333333"/>
                </a:solidFill>
                <a:latin typeface="Calibri"/>
              </a:rPr>
              <a:t>Prototipar un modelo de analítica predictiva basado en Machine Learningque integre variables dinámicas para la detección temprana del riesgo de deserción en la jornadanocturna de la ETITC Sede Centro en Bogotá.</a:t>
            </a:r>
            <a:endParaRPr lang="es-ES_tradnl" sz="650" b="0" i="0" noProof="1">
              <a:solidFill>
                <a:srgbClr val="333333"/>
              </a:solidFill>
              <a:latin typeface="Calibri"/>
            </a:endParaRPr>
          </a:p>
        </p:txBody>
      </p:sp>
      <p:sp>
        <p:nvSpPr>
          <p:cNvPr id="55" name="TextBox 54"/>
          <p:cNvSpPr txBox="1"/>
          <p:nvPr/>
        </p:nvSpPr>
        <p:spPr>
          <a:xfrm>
            <a:off x="249226" y="7374130"/>
            <a:ext cx="1874519" cy="155448"/>
          </a:xfrm>
          <a:prstGeom prst="rect">
            <a:avLst/>
          </a:prstGeom>
          <a:noFill/>
          <a:ln>
            <a:noFill/>
          </a:ln>
        </p:spPr>
        <p:txBody>
          <a:bodyPr wrap="square">
            <a:spAutoFit/>
          </a:bodyPr>
          <a:lstStyle/>
          <a:p>
            <a:pPr algn="l"/>
            <a:r>
              <a:rPr lang="es-ES_tradnl" sz="700" b="1" i="0" noProof="1">
                <a:solidFill>
                  <a:srgbClr val="2D6A4F"/>
                </a:solidFill>
                <a:latin typeface="Calibri"/>
              </a:rPr>
              <a:t>Específicos:</a:t>
            </a:r>
          </a:p>
        </p:txBody>
      </p:sp>
      <p:sp>
        <p:nvSpPr>
          <p:cNvPr id="56" name="TextBox 55"/>
          <p:cNvSpPr txBox="1"/>
          <p:nvPr/>
        </p:nvSpPr>
        <p:spPr>
          <a:xfrm>
            <a:off x="274321" y="7596163"/>
            <a:ext cx="1874519" cy="1092607"/>
          </a:xfrm>
          <a:prstGeom prst="rect">
            <a:avLst/>
          </a:prstGeom>
          <a:noFill/>
          <a:ln>
            <a:noFill/>
          </a:ln>
        </p:spPr>
        <p:txBody>
          <a:bodyPr wrap="square">
            <a:spAutoFit/>
          </a:bodyPr>
          <a:lstStyle/>
          <a:p>
            <a:pPr marL="171450" indent="-171450">
              <a:buFont typeface="Arial" panose="020B0604020202020204" pitchFamily="34" charset="0"/>
              <a:buChar char="•"/>
            </a:pPr>
            <a:r>
              <a:rPr lang="en-US" sz="650" dirty="0" err="1">
                <a:solidFill>
                  <a:srgbClr val="333333"/>
                </a:solidFill>
                <a:latin typeface="Calibri"/>
              </a:rPr>
              <a:t>Categorizar</a:t>
            </a:r>
            <a:r>
              <a:rPr lang="en-US" sz="650" dirty="0">
                <a:solidFill>
                  <a:srgbClr val="333333"/>
                </a:solidFill>
                <a:latin typeface="Calibri"/>
              </a:rPr>
              <a:t> </a:t>
            </a:r>
            <a:r>
              <a:rPr lang="en-US" sz="650" dirty="0" err="1">
                <a:solidFill>
                  <a:srgbClr val="333333"/>
                </a:solidFill>
                <a:latin typeface="Calibri"/>
              </a:rPr>
              <a:t>los</a:t>
            </a:r>
            <a:r>
              <a:rPr lang="en-US" sz="650" dirty="0">
                <a:solidFill>
                  <a:srgbClr val="333333"/>
                </a:solidFill>
                <a:latin typeface="Calibri"/>
              </a:rPr>
              <a:t> </a:t>
            </a:r>
            <a:r>
              <a:rPr lang="en-US" sz="650" dirty="0" err="1">
                <a:solidFill>
                  <a:srgbClr val="333333"/>
                </a:solidFill>
                <a:latin typeface="Calibri"/>
              </a:rPr>
              <a:t>factores</a:t>
            </a:r>
            <a:r>
              <a:rPr lang="en-US" sz="650" dirty="0">
                <a:solidFill>
                  <a:srgbClr val="333333"/>
                </a:solidFill>
                <a:latin typeface="Calibri"/>
              </a:rPr>
              <a:t> clave de </a:t>
            </a:r>
            <a:r>
              <a:rPr lang="en-US" sz="650" dirty="0" err="1">
                <a:solidFill>
                  <a:srgbClr val="333333"/>
                </a:solidFill>
                <a:latin typeface="Calibri"/>
              </a:rPr>
              <a:t>deserción</a:t>
            </a:r>
            <a:r>
              <a:rPr lang="en-US" sz="650" dirty="0">
                <a:solidFill>
                  <a:srgbClr val="333333"/>
                </a:solidFill>
                <a:latin typeface="Calibri"/>
              </a:rPr>
              <a:t> </a:t>
            </a:r>
            <a:r>
              <a:rPr lang="en-US" sz="650" dirty="0" err="1">
                <a:solidFill>
                  <a:srgbClr val="333333"/>
                </a:solidFill>
                <a:latin typeface="Calibri"/>
              </a:rPr>
              <a:t>nocturna</a:t>
            </a:r>
            <a:r>
              <a:rPr lang="en-US" sz="650" dirty="0">
                <a:solidFill>
                  <a:srgbClr val="333333"/>
                </a:solidFill>
                <a:latin typeface="Calibri"/>
              </a:rPr>
              <a:t> </a:t>
            </a:r>
            <a:r>
              <a:rPr lang="en-US" sz="650" dirty="0" err="1">
                <a:solidFill>
                  <a:srgbClr val="333333"/>
                </a:solidFill>
                <a:latin typeface="Calibri"/>
              </a:rPr>
              <a:t>analizando</a:t>
            </a:r>
            <a:r>
              <a:rPr lang="en-US" sz="650" dirty="0">
                <a:solidFill>
                  <a:srgbClr val="333333"/>
                </a:solidFill>
                <a:latin typeface="Calibri"/>
              </a:rPr>
              <a:t> </a:t>
            </a:r>
            <a:r>
              <a:rPr lang="en-US" sz="650" dirty="0" err="1">
                <a:solidFill>
                  <a:srgbClr val="333333"/>
                </a:solidFill>
                <a:latin typeface="Calibri"/>
              </a:rPr>
              <a:t>los</a:t>
            </a:r>
            <a:r>
              <a:rPr lang="en-US" sz="650" dirty="0">
                <a:solidFill>
                  <a:srgbClr val="333333"/>
                </a:solidFill>
                <a:latin typeface="Calibri"/>
              </a:rPr>
              <a:t> </a:t>
            </a:r>
            <a:r>
              <a:rPr lang="en-US" sz="650" dirty="0" err="1">
                <a:solidFill>
                  <a:srgbClr val="333333"/>
                </a:solidFill>
                <a:latin typeface="Calibri"/>
              </a:rPr>
              <a:t>informes</a:t>
            </a:r>
            <a:r>
              <a:rPr lang="en-US" sz="650" dirty="0">
                <a:solidFill>
                  <a:srgbClr val="333333"/>
                </a:solidFill>
                <a:latin typeface="Calibri"/>
              </a:rPr>
              <a:t> </a:t>
            </a:r>
            <a:r>
              <a:rPr lang="en-US" sz="650" dirty="0" err="1">
                <a:solidFill>
                  <a:srgbClr val="333333"/>
                </a:solidFill>
                <a:latin typeface="Calibri"/>
              </a:rPr>
              <a:t>históricos</a:t>
            </a:r>
            <a:r>
              <a:rPr lang="en-US" sz="650" dirty="0">
                <a:solidFill>
                  <a:srgbClr val="333333"/>
                </a:solidFill>
                <a:latin typeface="Calibri"/>
              </a:rPr>
              <a:t> </a:t>
            </a:r>
            <a:r>
              <a:rPr lang="en-US" sz="650" dirty="0" err="1">
                <a:solidFill>
                  <a:srgbClr val="333333"/>
                </a:solidFill>
                <a:latin typeface="Calibri"/>
              </a:rPr>
              <a:t>institucionales</a:t>
            </a:r>
            <a:r>
              <a:rPr lang="en-US" sz="650" dirty="0">
                <a:solidFill>
                  <a:srgbClr val="333333"/>
                </a:solidFill>
                <a:latin typeface="Calibri"/>
              </a:rPr>
              <a:t> de </a:t>
            </a:r>
            <a:r>
              <a:rPr lang="en-US" sz="650" dirty="0" err="1">
                <a:solidFill>
                  <a:srgbClr val="333333"/>
                </a:solidFill>
                <a:latin typeface="Calibri"/>
              </a:rPr>
              <a:t>los</a:t>
            </a:r>
            <a:r>
              <a:rPr lang="en-US" sz="650" dirty="0">
                <a:solidFill>
                  <a:srgbClr val="333333"/>
                </a:solidFill>
                <a:latin typeface="Calibri"/>
              </a:rPr>
              <a:t> </a:t>
            </a:r>
            <a:r>
              <a:rPr lang="en-US" sz="650" dirty="0" err="1">
                <a:solidFill>
                  <a:srgbClr val="333333"/>
                </a:solidFill>
                <a:latin typeface="Calibri"/>
              </a:rPr>
              <a:t>últimos</a:t>
            </a:r>
            <a:r>
              <a:rPr lang="en-US" sz="650" dirty="0">
                <a:solidFill>
                  <a:srgbClr val="333333"/>
                </a:solidFill>
                <a:latin typeface="Calibri"/>
              </a:rPr>
              <a:t> 10 </a:t>
            </a:r>
            <a:r>
              <a:rPr lang="en-US" sz="650" dirty="0" err="1">
                <a:solidFill>
                  <a:srgbClr val="333333"/>
                </a:solidFill>
                <a:latin typeface="Calibri"/>
              </a:rPr>
              <a:t>semestres</a:t>
            </a:r>
            <a:r>
              <a:rPr lang="en-US" sz="650" dirty="0">
                <a:solidFill>
                  <a:srgbClr val="333333"/>
                </a:solidFill>
                <a:latin typeface="Calibri"/>
              </a:rPr>
              <a:t>.</a:t>
            </a:r>
          </a:p>
          <a:p>
            <a:pPr marL="171450" indent="-171450">
              <a:buFont typeface="Arial" panose="020B0604020202020204" pitchFamily="34" charset="0"/>
              <a:buChar char="•"/>
            </a:pPr>
            <a:r>
              <a:rPr lang="en-US" sz="650" dirty="0" err="1">
                <a:solidFill>
                  <a:srgbClr val="333333"/>
                </a:solidFill>
                <a:latin typeface="Calibri"/>
              </a:rPr>
              <a:t>Diseñar</a:t>
            </a:r>
            <a:r>
              <a:rPr lang="en-US" sz="650" dirty="0">
                <a:solidFill>
                  <a:srgbClr val="333333"/>
                </a:solidFill>
                <a:latin typeface="Calibri"/>
              </a:rPr>
              <a:t> </a:t>
            </a:r>
            <a:r>
              <a:rPr lang="en-US" sz="650" dirty="0" err="1">
                <a:solidFill>
                  <a:srgbClr val="333333"/>
                </a:solidFill>
                <a:latin typeface="Calibri"/>
              </a:rPr>
              <a:t>una</a:t>
            </a:r>
            <a:r>
              <a:rPr lang="en-US" sz="650" dirty="0">
                <a:solidFill>
                  <a:srgbClr val="333333"/>
                </a:solidFill>
                <a:latin typeface="Calibri"/>
              </a:rPr>
              <a:t> </a:t>
            </a:r>
            <a:r>
              <a:rPr lang="en-US" sz="650" dirty="0" err="1">
                <a:solidFill>
                  <a:srgbClr val="333333"/>
                </a:solidFill>
                <a:latin typeface="Calibri"/>
              </a:rPr>
              <a:t>arquitectura</a:t>
            </a:r>
            <a:r>
              <a:rPr lang="en-US" sz="650" dirty="0">
                <a:solidFill>
                  <a:srgbClr val="333333"/>
                </a:solidFill>
                <a:latin typeface="Calibri"/>
              </a:rPr>
              <a:t> de </a:t>
            </a:r>
            <a:r>
              <a:rPr lang="en-US" sz="650" dirty="0" err="1">
                <a:solidFill>
                  <a:srgbClr val="333333"/>
                </a:solidFill>
                <a:latin typeface="Calibri"/>
              </a:rPr>
              <a:t>datos</a:t>
            </a:r>
            <a:r>
              <a:rPr lang="en-US" sz="650" dirty="0">
                <a:solidFill>
                  <a:srgbClr val="333333"/>
                </a:solidFill>
                <a:latin typeface="Calibri"/>
              </a:rPr>
              <a:t> </a:t>
            </a:r>
            <a:r>
              <a:rPr lang="en-US" sz="650" dirty="0" err="1">
                <a:solidFill>
                  <a:srgbClr val="333333"/>
                </a:solidFill>
                <a:latin typeface="Calibri"/>
              </a:rPr>
              <a:t>relacional</a:t>
            </a:r>
            <a:r>
              <a:rPr lang="en-US" sz="650" dirty="0">
                <a:solidFill>
                  <a:srgbClr val="333333"/>
                </a:solidFill>
                <a:latin typeface="Calibri"/>
              </a:rPr>
              <a:t> de </a:t>
            </a:r>
            <a:r>
              <a:rPr lang="en-US" sz="650" dirty="0" err="1">
                <a:solidFill>
                  <a:srgbClr val="333333"/>
                </a:solidFill>
                <a:latin typeface="Calibri"/>
              </a:rPr>
              <a:t>tres</a:t>
            </a:r>
            <a:r>
              <a:rPr lang="en-US" sz="650" dirty="0">
                <a:solidFill>
                  <a:srgbClr val="333333"/>
                </a:solidFill>
                <a:latin typeface="Calibri"/>
              </a:rPr>
              <a:t> </a:t>
            </a:r>
            <a:r>
              <a:rPr lang="en-US" sz="650" dirty="0" err="1">
                <a:solidFill>
                  <a:srgbClr val="333333"/>
                </a:solidFill>
                <a:latin typeface="Calibri"/>
              </a:rPr>
              <a:t>fuentes</a:t>
            </a:r>
            <a:r>
              <a:rPr lang="en-US" sz="650" dirty="0">
                <a:solidFill>
                  <a:srgbClr val="333333"/>
                </a:solidFill>
                <a:latin typeface="Calibri"/>
              </a:rPr>
              <a:t> </a:t>
            </a:r>
            <a:r>
              <a:rPr lang="en-US" sz="650" dirty="0" err="1">
                <a:solidFill>
                  <a:srgbClr val="333333"/>
                </a:solidFill>
                <a:latin typeface="Calibri"/>
              </a:rPr>
              <a:t>que</a:t>
            </a:r>
            <a:r>
              <a:rPr lang="en-US" sz="650" dirty="0">
                <a:solidFill>
                  <a:srgbClr val="333333"/>
                </a:solidFill>
                <a:latin typeface="Calibri"/>
              </a:rPr>
              <a:t> </a:t>
            </a:r>
            <a:r>
              <a:rPr lang="en-US" sz="650" dirty="0" err="1">
                <a:solidFill>
                  <a:srgbClr val="333333"/>
                </a:solidFill>
                <a:latin typeface="Calibri"/>
              </a:rPr>
              <a:t>replique</a:t>
            </a:r>
            <a:r>
              <a:rPr lang="en-US" sz="650" dirty="0">
                <a:solidFill>
                  <a:srgbClr val="333333"/>
                </a:solidFill>
                <a:latin typeface="Calibri"/>
              </a:rPr>
              <a:t> la </a:t>
            </a:r>
            <a:r>
              <a:rPr lang="en-US" sz="650" dirty="0" err="1">
                <a:solidFill>
                  <a:srgbClr val="333333"/>
                </a:solidFill>
                <a:latin typeface="Calibri"/>
              </a:rPr>
              <a:t>estructura</a:t>
            </a:r>
            <a:r>
              <a:rPr lang="en-US" sz="650" dirty="0">
                <a:solidFill>
                  <a:srgbClr val="333333"/>
                </a:solidFill>
                <a:latin typeface="Calibri"/>
              </a:rPr>
              <a:t> </a:t>
            </a:r>
            <a:r>
              <a:rPr lang="en-US" sz="650" dirty="0" err="1">
                <a:solidFill>
                  <a:srgbClr val="333333"/>
                </a:solidFill>
                <a:latin typeface="Calibri"/>
              </a:rPr>
              <a:t>fragmentada</a:t>
            </a:r>
            <a:r>
              <a:rPr lang="en-US" sz="650" dirty="0">
                <a:solidFill>
                  <a:srgbClr val="333333"/>
                </a:solidFill>
                <a:latin typeface="Calibri"/>
              </a:rPr>
              <a:t> de </a:t>
            </a:r>
            <a:r>
              <a:rPr lang="en-US" sz="650" dirty="0" err="1">
                <a:solidFill>
                  <a:srgbClr val="333333"/>
                </a:solidFill>
                <a:latin typeface="Calibri"/>
              </a:rPr>
              <a:t>los</a:t>
            </a:r>
            <a:r>
              <a:rPr lang="en-US" sz="650" dirty="0">
                <a:solidFill>
                  <a:srgbClr val="333333"/>
                </a:solidFill>
                <a:latin typeface="Calibri"/>
              </a:rPr>
              <a:t> </a:t>
            </a:r>
            <a:r>
              <a:rPr lang="en-US" sz="650" dirty="0" err="1">
                <a:solidFill>
                  <a:srgbClr val="333333"/>
                </a:solidFill>
                <a:latin typeface="Calibri"/>
              </a:rPr>
              <a:t>sistemas</a:t>
            </a:r>
            <a:r>
              <a:rPr lang="en-US" sz="650" dirty="0">
                <a:solidFill>
                  <a:srgbClr val="333333"/>
                </a:solidFill>
                <a:latin typeface="Calibri"/>
              </a:rPr>
              <a:t> </a:t>
            </a:r>
            <a:r>
              <a:rPr lang="en-US" sz="650" dirty="0" err="1">
                <a:solidFill>
                  <a:srgbClr val="333333"/>
                </a:solidFill>
                <a:latin typeface="Calibri"/>
              </a:rPr>
              <a:t>actuales</a:t>
            </a:r>
            <a:r>
              <a:rPr lang="en-US" sz="650" dirty="0">
                <a:solidFill>
                  <a:srgbClr val="333333"/>
                </a:solidFill>
                <a:latin typeface="Calibri"/>
              </a:rPr>
              <a:t> de la ETITC.</a:t>
            </a:r>
          </a:p>
          <a:p>
            <a:pPr marL="171450" indent="-171450">
              <a:buFont typeface="Arial" panose="020B0604020202020204" pitchFamily="34" charset="0"/>
              <a:buChar char="•"/>
            </a:pPr>
            <a:r>
              <a:rPr lang="en-US" sz="650" dirty="0">
                <a:solidFill>
                  <a:srgbClr val="333333"/>
                </a:solidFill>
                <a:latin typeface="Calibri"/>
              </a:rPr>
              <a:t>Validar </a:t>
            </a:r>
            <a:r>
              <a:rPr lang="en-US" sz="650" dirty="0" err="1">
                <a:solidFill>
                  <a:srgbClr val="333333"/>
                </a:solidFill>
                <a:latin typeface="Calibri"/>
              </a:rPr>
              <a:t>el</a:t>
            </a:r>
            <a:r>
              <a:rPr lang="en-US" sz="650" dirty="0">
                <a:solidFill>
                  <a:srgbClr val="333333"/>
                </a:solidFill>
                <a:latin typeface="Calibri"/>
              </a:rPr>
              <a:t> </a:t>
            </a:r>
            <a:r>
              <a:rPr lang="en-US" sz="650" dirty="0" err="1">
                <a:solidFill>
                  <a:srgbClr val="333333"/>
                </a:solidFill>
                <a:latin typeface="Calibri"/>
              </a:rPr>
              <a:t>rendimiento</a:t>
            </a:r>
            <a:r>
              <a:rPr lang="en-US" sz="650" dirty="0">
                <a:solidFill>
                  <a:srgbClr val="333333"/>
                </a:solidFill>
                <a:latin typeface="Calibri"/>
              </a:rPr>
              <a:t> de Random Forest y </a:t>
            </a:r>
            <a:r>
              <a:rPr lang="en-US" sz="650" dirty="0" err="1">
                <a:solidFill>
                  <a:srgbClr val="333333"/>
                </a:solidFill>
                <a:latin typeface="Calibri"/>
              </a:rPr>
              <a:t>XGBoost</a:t>
            </a:r>
            <a:r>
              <a:rPr lang="en-US" sz="650" dirty="0">
                <a:solidFill>
                  <a:srgbClr val="333333"/>
                </a:solidFill>
                <a:latin typeface="Calibri"/>
              </a:rPr>
              <a:t> </a:t>
            </a:r>
            <a:r>
              <a:rPr lang="en-US" sz="650" dirty="0" err="1">
                <a:solidFill>
                  <a:srgbClr val="333333"/>
                </a:solidFill>
                <a:latin typeface="Calibri"/>
              </a:rPr>
              <a:t>mediante</a:t>
            </a:r>
            <a:r>
              <a:rPr lang="en-US" sz="650" dirty="0">
                <a:solidFill>
                  <a:srgbClr val="333333"/>
                </a:solidFill>
                <a:latin typeface="Calibri"/>
              </a:rPr>
              <a:t> 1,000 </a:t>
            </a:r>
            <a:r>
              <a:rPr lang="en-US" sz="650" dirty="0" err="1">
                <a:solidFill>
                  <a:srgbClr val="333333"/>
                </a:solidFill>
                <a:latin typeface="Calibri"/>
              </a:rPr>
              <a:t>registros</a:t>
            </a:r>
            <a:r>
              <a:rPr lang="en-US" sz="650" dirty="0">
                <a:solidFill>
                  <a:srgbClr val="333333"/>
                </a:solidFill>
                <a:latin typeface="Calibri"/>
              </a:rPr>
              <a:t> </a:t>
            </a:r>
            <a:r>
              <a:rPr lang="en-US" sz="650" dirty="0" err="1">
                <a:solidFill>
                  <a:srgbClr val="333333"/>
                </a:solidFill>
                <a:latin typeface="Calibri"/>
              </a:rPr>
              <a:t>sintéticos</a:t>
            </a:r>
            <a:r>
              <a:rPr lang="en-US" sz="650" dirty="0">
                <a:solidFill>
                  <a:srgbClr val="333333"/>
                </a:solidFill>
                <a:latin typeface="Calibri"/>
              </a:rPr>
              <a:t> </a:t>
            </a:r>
            <a:r>
              <a:rPr lang="en-US" sz="650" dirty="0" err="1">
                <a:solidFill>
                  <a:srgbClr val="333333"/>
                </a:solidFill>
                <a:latin typeface="Calibri"/>
              </a:rPr>
              <a:t>calibrados</a:t>
            </a:r>
            <a:r>
              <a:rPr lang="en-US" sz="650" dirty="0">
                <a:solidFill>
                  <a:srgbClr val="333333"/>
                </a:solidFill>
                <a:latin typeface="Calibri"/>
              </a:rPr>
              <a:t> </a:t>
            </a:r>
            <a:r>
              <a:rPr lang="en-US" sz="650" dirty="0" err="1">
                <a:solidFill>
                  <a:srgbClr val="333333"/>
                </a:solidFill>
                <a:latin typeface="Calibri"/>
              </a:rPr>
              <a:t>según</a:t>
            </a:r>
            <a:r>
              <a:rPr lang="en-US" sz="650" dirty="0">
                <a:solidFill>
                  <a:srgbClr val="333333"/>
                </a:solidFill>
                <a:latin typeface="Calibri"/>
              </a:rPr>
              <a:t> la </a:t>
            </a:r>
            <a:r>
              <a:rPr lang="en-US" sz="650" dirty="0" err="1">
                <a:solidFill>
                  <a:srgbClr val="333333"/>
                </a:solidFill>
                <a:latin typeface="Calibri"/>
              </a:rPr>
              <a:t>estadística</a:t>
            </a:r>
            <a:r>
              <a:rPr lang="en-US" sz="650" dirty="0">
                <a:solidFill>
                  <a:srgbClr val="333333"/>
                </a:solidFill>
                <a:latin typeface="Calibri"/>
              </a:rPr>
              <a:t> </a:t>
            </a:r>
            <a:r>
              <a:rPr lang="en-US" sz="650" dirty="0" err="1">
                <a:solidFill>
                  <a:srgbClr val="333333"/>
                </a:solidFill>
                <a:latin typeface="Calibri"/>
              </a:rPr>
              <a:t>histórica</a:t>
            </a:r>
            <a:r>
              <a:rPr lang="en-US" sz="650" dirty="0">
                <a:solidFill>
                  <a:srgbClr val="333333"/>
                </a:solidFill>
                <a:latin typeface="Calibri"/>
              </a:rPr>
              <a:t>.</a:t>
            </a:r>
          </a:p>
        </p:txBody>
      </p:sp>
      <p:sp>
        <p:nvSpPr>
          <p:cNvPr id="61" name="TextBox 60"/>
          <p:cNvSpPr txBox="1"/>
          <p:nvPr/>
        </p:nvSpPr>
        <p:spPr>
          <a:xfrm>
            <a:off x="3493518" y="6601439"/>
            <a:ext cx="768096" cy="201168"/>
          </a:xfrm>
          <a:prstGeom prst="rect">
            <a:avLst/>
          </a:prstGeom>
          <a:noFill/>
          <a:ln>
            <a:noFill/>
          </a:ln>
        </p:spPr>
        <p:txBody>
          <a:bodyPr wrap="square">
            <a:spAutoFit/>
          </a:bodyPr>
          <a:lstStyle/>
          <a:p>
            <a:pPr algn="ctr"/>
            <a:r>
              <a:rPr lang="es-ES_tradnl" sz="650" b="1" i="0" noProof="1">
                <a:solidFill>
                  <a:srgbClr val="FFFFFF"/>
                </a:solidFill>
                <a:latin typeface="Calibri"/>
              </a:rPr>
              <a:t>Fase 1</a:t>
            </a:r>
          </a:p>
        </p:txBody>
      </p:sp>
      <p:grpSp>
        <p:nvGrpSpPr>
          <p:cNvPr id="148" name="Group 147">
            <a:extLst>
              <a:ext uri="{FF2B5EF4-FFF2-40B4-BE49-F238E27FC236}">
                <a16:creationId xmlns:a16="http://schemas.microsoft.com/office/drawing/2014/main" id="{CA294A03-E6FB-6839-CE4E-A2E73C194119}"/>
              </a:ext>
            </a:extLst>
          </p:cNvPr>
          <p:cNvGrpSpPr>
            <a:grpSpLocks/>
          </p:cNvGrpSpPr>
          <p:nvPr/>
        </p:nvGrpSpPr>
        <p:grpSpPr>
          <a:xfrm>
            <a:off x="137160" y="8961120"/>
            <a:ext cx="6583680" cy="1568903"/>
            <a:chOff x="137160" y="8961120"/>
            <a:chExt cx="6583680" cy="1568903"/>
          </a:xfrm>
        </p:grpSpPr>
        <p:sp>
          <p:nvSpPr>
            <p:cNvPr id="85" name="Rectangle 84"/>
            <p:cNvSpPr>
              <a:spLocks/>
            </p:cNvSpPr>
            <p:nvPr/>
          </p:nvSpPr>
          <p:spPr>
            <a:xfrm>
              <a:off x="137160" y="8961120"/>
              <a:ext cx="6583680" cy="15689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86" name="Rectangle 85"/>
            <p:cNvSpPr>
              <a:spLocks/>
            </p:cNvSpPr>
            <p:nvPr/>
          </p:nvSpPr>
          <p:spPr>
            <a:xfrm>
              <a:off x="137160" y="8961120"/>
              <a:ext cx="6583680" cy="211542"/>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grpSp>
      <p:sp>
        <p:nvSpPr>
          <p:cNvPr id="87" name="TextBox 86"/>
          <p:cNvSpPr txBox="1"/>
          <p:nvPr/>
        </p:nvSpPr>
        <p:spPr>
          <a:xfrm>
            <a:off x="1497955" y="8928110"/>
            <a:ext cx="3862090" cy="261610"/>
          </a:xfrm>
          <a:prstGeom prst="rect">
            <a:avLst/>
          </a:prstGeom>
          <a:noFill/>
          <a:ln>
            <a:noFill/>
          </a:ln>
        </p:spPr>
        <p:txBody>
          <a:bodyPr wrap="square">
            <a:spAutoFit/>
          </a:bodyPr>
          <a:lstStyle/>
          <a:p>
            <a:pPr algn="ctr"/>
            <a:r>
              <a:rPr lang="es-ES_tradnl" sz="1100" b="1" i="0" noProof="1">
                <a:solidFill>
                  <a:srgbClr val="FFFFFF"/>
                </a:solidFill>
                <a:latin typeface="Calibri"/>
              </a:rPr>
              <a:t>Resultados (Vigilancia Tecnológica)</a:t>
            </a:r>
          </a:p>
        </p:txBody>
      </p:sp>
      <p:sp>
        <p:nvSpPr>
          <p:cNvPr id="98" name="Rectangle 97"/>
          <p:cNvSpPr/>
          <p:nvPr/>
        </p:nvSpPr>
        <p:spPr>
          <a:xfrm>
            <a:off x="461030" y="9227230"/>
            <a:ext cx="1143000" cy="384048"/>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99" name="TextBox 98"/>
          <p:cNvSpPr txBox="1"/>
          <p:nvPr/>
        </p:nvSpPr>
        <p:spPr>
          <a:xfrm>
            <a:off x="488462" y="9227230"/>
            <a:ext cx="1088136" cy="384048"/>
          </a:xfrm>
          <a:prstGeom prst="rect">
            <a:avLst/>
          </a:prstGeom>
          <a:noFill/>
          <a:ln>
            <a:noFill/>
          </a:ln>
        </p:spPr>
        <p:txBody>
          <a:bodyPr wrap="square">
            <a:spAutoFit/>
          </a:bodyPr>
          <a:lstStyle/>
          <a:p>
            <a:pPr algn="ctr"/>
            <a:r>
              <a:rPr lang="es-ES_tradnl" sz="600" b="1" i="0" noProof="1">
                <a:solidFill>
                  <a:srgbClr val="FFFFFF"/>
                </a:solidFill>
                <a:latin typeface="Calibri"/>
              </a:rPr>
              <a:t>Fuente de
Vigilancia</a:t>
            </a:r>
          </a:p>
        </p:txBody>
      </p:sp>
      <p:sp>
        <p:nvSpPr>
          <p:cNvPr id="100" name="Rectangle 99"/>
          <p:cNvSpPr/>
          <p:nvPr/>
        </p:nvSpPr>
        <p:spPr>
          <a:xfrm>
            <a:off x="1622318" y="9227230"/>
            <a:ext cx="1188720" cy="384048"/>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01" name="TextBox 100"/>
          <p:cNvSpPr txBox="1"/>
          <p:nvPr/>
        </p:nvSpPr>
        <p:spPr>
          <a:xfrm>
            <a:off x="1649750" y="9227230"/>
            <a:ext cx="1133856" cy="384048"/>
          </a:xfrm>
          <a:prstGeom prst="rect">
            <a:avLst/>
          </a:prstGeom>
          <a:noFill/>
          <a:ln>
            <a:noFill/>
          </a:ln>
        </p:spPr>
        <p:txBody>
          <a:bodyPr wrap="square">
            <a:spAutoFit/>
          </a:bodyPr>
          <a:lstStyle/>
          <a:p>
            <a:pPr algn="ctr"/>
            <a:r>
              <a:rPr lang="es-ES_tradnl" sz="600" b="1" i="0" noProof="1">
                <a:solidFill>
                  <a:srgbClr val="FFFFFF"/>
                </a:solidFill>
                <a:latin typeface="Calibri"/>
              </a:rPr>
              <a:t>ETITC
Planeación</a:t>
            </a:r>
          </a:p>
        </p:txBody>
      </p:sp>
      <p:sp>
        <p:nvSpPr>
          <p:cNvPr id="102" name="Rectangle 101"/>
          <p:cNvSpPr/>
          <p:nvPr/>
        </p:nvSpPr>
        <p:spPr>
          <a:xfrm>
            <a:off x="2829326" y="9227230"/>
            <a:ext cx="1188720" cy="384048"/>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03" name="TextBox 102"/>
          <p:cNvSpPr txBox="1"/>
          <p:nvPr/>
        </p:nvSpPr>
        <p:spPr>
          <a:xfrm>
            <a:off x="2856758" y="9227230"/>
            <a:ext cx="1133856" cy="384048"/>
          </a:xfrm>
          <a:prstGeom prst="rect">
            <a:avLst/>
          </a:prstGeom>
          <a:noFill/>
          <a:ln>
            <a:noFill/>
          </a:ln>
        </p:spPr>
        <p:txBody>
          <a:bodyPr wrap="square">
            <a:spAutoFit/>
          </a:bodyPr>
          <a:lstStyle/>
          <a:p>
            <a:pPr algn="ctr"/>
            <a:r>
              <a:rPr lang="es-ES_tradnl" sz="600" b="1" i="0" noProof="1">
                <a:solidFill>
                  <a:srgbClr val="FFFFFF"/>
                </a:solidFill>
                <a:latin typeface="Calibri"/>
              </a:rPr>
              <a:t>Modelos ML
Estáticos</a:t>
            </a:r>
          </a:p>
        </p:txBody>
      </p:sp>
      <p:sp>
        <p:nvSpPr>
          <p:cNvPr id="104" name="Rectangle 103"/>
          <p:cNvSpPr/>
          <p:nvPr/>
        </p:nvSpPr>
        <p:spPr>
          <a:xfrm>
            <a:off x="4036334" y="9227230"/>
            <a:ext cx="1188720" cy="384048"/>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05" name="TextBox 104"/>
          <p:cNvSpPr txBox="1"/>
          <p:nvPr/>
        </p:nvSpPr>
        <p:spPr>
          <a:xfrm>
            <a:off x="4063766" y="9227230"/>
            <a:ext cx="1133856" cy="384048"/>
          </a:xfrm>
          <a:prstGeom prst="rect">
            <a:avLst/>
          </a:prstGeom>
          <a:noFill/>
          <a:ln>
            <a:noFill/>
          </a:ln>
        </p:spPr>
        <p:txBody>
          <a:bodyPr wrap="square">
            <a:spAutoFit/>
          </a:bodyPr>
          <a:lstStyle/>
          <a:p>
            <a:pPr algn="ctr"/>
            <a:r>
              <a:rPr lang="es-ES_tradnl" sz="600" b="1" i="0" noProof="1">
                <a:solidFill>
                  <a:srgbClr val="FFFFFF"/>
                </a:solidFill>
                <a:latin typeface="Calibri"/>
              </a:rPr>
              <a:t>Arias-Velandia
et al.</a:t>
            </a:r>
          </a:p>
        </p:txBody>
      </p:sp>
      <p:sp>
        <p:nvSpPr>
          <p:cNvPr id="106" name="Rectangle 105"/>
          <p:cNvSpPr/>
          <p:nvPr/>
        </p:nvSpPr>
        <p:spPr>
          <a:xfrm>
            <a:off x="5243342" y="9227230"/>
            <a:ext cx="1188720" cy="384048"/>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07" name="TextBox 106"/>
          <p:cNvSpPr txBox="1"/>
          <p:nvPr/>
        </p:nvSpPr>
        <p:spPr>
          <a:xfrm>
            <a:off x="5270774" y="9227230"/>
            <a:ext cx="1133856" cy="384048"/>
          </a:xfrm>
          <a:prstGeom prst="rect">
            <a:avLst/>
          </a:prstGeom>
          <a:noFill/>
          <a:ln>
            <a:noFill/>
          </a:ln>
        </p:spPr>
        <p:txBody>
          <a:bodyPr wrap="square">
            <a:spAutoFit/>
          </a:bodyPr>
          <a:lstStyle/>
          <a:p>
            <a:pPr algn="ctr"/>
            <a:r>
              <a:rPr lang="es-ES_tradnl" sz="600" b="1" i="0" noProof="1">
                <a:solidFill>
                  <a:srgbClr val="FFFFFF"/>
                </a:solidFill>
                <a:latin typeface="Calibri"/>
              </a:rPr>
              <a:t>Observatorio
Movilidad</a:t>
            </a:r>
          </a:p>
        </p:txBody>
      </p:sp>
      <p:sp>
        <p:nvSpPr>
          <p:cNvPr id="108" name="Rectangle 107"/>
          <p:cNvSpPr/>
          <p:nvPr/>
        </p:nvSpPr>
        <p:spPr>
          <a:xfrm>
            <a:off x="461030" y="9620422"/>
            <a:ext cx="1143000" cy="384048"/>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09" name="TextBox 108"/>
          <p:cNvSpPr txBox="1"/>
          <p:nvPr/>
        </p:nvSpPr>
        <p:spPr>
          <a:xfrm>
            <a:off x="488462" y="9620422"/>
            <a:ext cx="1088136" cy="384048"/>
          </a:xfrm>
          <a:prstGeom prst="rect">
            <a:avLst/>
          </a:prstGeom>
          <a:noFill/>
          <a:ln>
            <a:noFill/>
          </a:ln>
        </p:spPr>
        <p:txBody>
          <a:bodyPr wrap="square">
            <a:spAutoFit/>
          </a:bodyPr>
          <a:lstStyle/>
          <a:p>
            <a:pPr algn="ctr"/>
            <a:r>
              <a:rPr lang="es-ES_tradnl" sz="600" b="0" i="0" noProof="1">
                <a:solidFill>
                  <a:srgbClr val="333333"/>
                </a:solidFill>
                <a:latin typeface="Calibri"/>
              </a:rPr>
              <a:t>Hallazgo
Clave</a:t>
            </a:r>
          </a:p>
        </p:txBody>
      </p:sp>
      <p:sp>
        <p:nvSpPr>
          <p:cNvPr id="110" name="Rectangle 109"/>
          <p:cNvSpPr/>
          <p:nvPr/>
        </p:nvSpPr>
        <p:spPr>
          <a:xfrm>
            <a:off x="1622318" y="9620422"/>
            <a:ext cx="11887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11" name="TextBox 110"/>
          <p:cNvSpPr txBox="1"/>
          <p:nvPr/>
        </p:nvSpPr>
        <p:spPr>
          <a:xfrm>
            <a:off x="1649750" y="9620422"/>
            <a:ext cx="1133856" cy="384048"/>
          </a:xfrm>
          <a:prstGeom prst="rect">
            <a:avLst/>
          </a:prstGeom>
          <a:noFill/>
          <a:ln>
            <a:noFill/>
          </a:ln>
        </p:spPr>
        <p:txBody>
          <a:bodyPr wrap="square">
            <a:spAutoFit/>
          </a:bodyPr>
          <a:lstStyle/>
          <a:p>
            <a:pPr algn="ctr"/>
            <a:r>
              <a:rPr lang="es-ES_tradnl" sz="600" b="0" i="0" noProof="1">
                <a:solidFill>
                  <a:srgbClr val="333333"/>
                </a:solidFill>
                <a:latin typeface="Calibri"/>
              </a:rPr>
              <a:t>Meta PDI:
Reducir 2.5%</a:t>
            </a:r>
          </a:p>
        </p:txBody>
      </p:sp>
      <p:sp>
        <p:nvSpPr>
          <p:cNvPr id="112" name="Rectangle 111"/>
          <p:cNvSpPr/>
          <p:nvPr/>
        </p:nvSpPr>
        <p:spPr>
          <a:xfrm>
            <a:off x="2829326" y="9620422"/>
            <a:ext cx="11887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13" name="TextBox 112"/>
          <p:cNvSpPr txBox="1"/>
          <p:nvPr/>
        </p:nvSpPr>
        <p:spPr>
          <a:xfrm>
            <a:off x="2856758" y="9620422"/>
            <a:ext cx="1133856" cy="384048"/>
          </a:xfrm>
          <a:prstGeom prst="rect">
            <a:avLst/>
          </a:prstGeom>
          <a:noFill/>
          <a:ln>
            <a:noFill/>
          </a:ln>
        </p:spPr>
        <p:txBody>
          <a:bodyPr wrap="square">
            <a:spAutoFit/>
          </a:bodyPr>
          <a:lstStyle/>
          <a:p>
            <a:pPr algn="ctr"/>
            <a:r>
              <a:rPr lang="es-ES_tradnl" sz="600" b="0" i="0" noProof="1">
                <a:solidFill>
                  <a:srgbClr val="333333"/>
                </a:solidFill>
                <a:latin typeface="Calibri"/>
              </a:rPr>
              <a:t>Basados en
"fotografías"
iniciales</a:t>
            </a:r>
          </a:p>
        </p:txBody>
      </p:sp>
      <p:sp>
        <p:nvSpPr>
          <p:cNvPr id="114" name="Rectangle 113"/>
          <p:cNvSpPr/>
          <p:nvPr/>
        </p:nvSpPr>
        <p:spPr>
          <a:xfrm>
            <a:off x="4036334" y="9620422"/>
            <a:ext cx="11887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15" name="TextBox 114"/>
          <p:cNvSpPr txBox="1"/>
          <p:nvPr/>
        </p:nvSpPr>
        <p:spPr>
          <a:xfrm>
            <a:off x="4063766" y="9620422"/>
            <a:ext cx="1133856" cy="384048"/>
          </a:xfrm>
          <a:prstGeom prst="rect">
            <a:avLst/>
          </a:prstGeom>
          <a:noFill/>
          <a:ln>
            <a:noFill/>
          </a:ln>
        </p:spPr>
        <p:txBody>
          <a:bodyPr wrap="square">
            <a:spAutoFit/>
          </a:bodyPr>
          <a:lstStyle/>
          <a:p>
            <a:pPr algn="ctr"/>
            <a:r>
              <a:rPr lang="es-ES_tradnl" sz="600" b="0" i="0" noProof="1">
                <a:solidFill>
                  <a:srgbClr val="333333"/>
                </a:solidFill>
                <a:latin typeface="Calibri"/>
              </a:rPr>
              <a:t>Carga laboral
como predictor
#1</a:t>
            </a:r>
          </a:p>
        </p:txBody>
      </p:sp>
      <p:sp>
        <p:nvSpPr>
          <p:cNvPr id="116" name="Rectangle 115"/>
          <p:cNvSpPr/>
          <p:nvPr/>
        </p:nvSpPr>
        <p:spPr>
          <a:xfrm>
            <a:off x="5243342" y="9620422"/>
            <a:ext cx="11887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17" name="TextBox 116"/>
          <p:cNvSpPr txBox="1"/>
          <p:nvPr/>
        </p:nvSpPr>
        <p:spPr>
          <a:xfrm>
            <a:off x="5270774" y="9620422"/>
            <a:ext cx="1133856" cy="384048"/>
          </a:xfrm>
          <a:prstGeom prst="rect">
            <a:avLst/>
          </a:prstGeom>
          <a:noFill/>
          <a:ln>
            <a:noFill/>
          </a:ln>
        </p:spPr>
        <p:txBody>
          <a:bodyPr wrap="square">
            <a:spAutoFit/>
          </a:bodyPr>
          <a:lstStyle/>
          <a:p>
            <a:pPr algn="ctr"/>
            <a:r>
              <a:rPr lang="es-ES_tradnl" sz="600" b="0" i="0" noProof="1">
                <a:solidFill>
                  <a:srgbClr val="333333"/>
                </a:solidFill>
                <a:latin typeface="Calibri"/>
              </a:rPr>
              <a:t>Niveles críticos
de insatisfacción</a:t>
            </a:r>
          </a:p>
        </p:txBody>
      </p:sp>
      <p:sp>
        <p:nvSpPr>
          <p:cNvPr id="118" name="Rectangle 117"/>
          <p:cNvSpPr/>
          <p:nvPr/>
        </p:nvSpPr>
        <p:spPr>
          <a:xfrm>
            <a:off x="461030" y="10013614"/>
            <a:ext cx="1143000" cy="4572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19" name="TextBox 118"/>
          <p:cNvSpPr txBox="1"/>
          <p:nvPr/>
        </p:nvSpPr>
        <p:spPr>
          <a:xfrm>
            <a:off x="488462" y="10013614"/>
            <a:ext cx="1088136" cy="457200"/>
          </a:xfrm>
          <a:prstGeom prst="rect">
            <a:avLst/>
          </a:prstGeom>
          <a:noFill/>
          <a:ln>
            <a:noFill/>
          </a:ln>
        </p:spPr>
        <p:txBody>
          <a:bodyPr wrap="square">
            <a:spAutoFit/>
          </a:bodyPr>
          <a:lstStyle/>
          <a:p>
            <a:pPr algn="ctr"/>
            <a:r>
              <a:rPr lang="es-ES_tradnl" sz="600" b="0" i="0" noProof="1">
                <a:solidFill>
                  <a:srgbClr val="333333"/>
                </a:solidFill>
                <a:latin typeface="Calibri"/>
              </a:rPr>
              <a:t>Implicación
para el
Proyecto</a:t>
            </a:r>
          </a:p>
        </p:txBody>
      </p:sp>
      <p:sp>
        <p:nvSpPr>
          <p:cNvPr id="120" name="Rectangle 119"/>
          <p:cNvSpPr/>
          <p:nvPr/>
        </p:nvSpPr>
        <p:spPr>
          <a:xfrm>
            <a:off x="1622318" y="10013614"/>
            <a:ext cx="11887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21" name="TextBox 120"/>
          <p:cNvSpPr txBox="1"/>
          <p:nvPr/>
        </p:nvSpPr>
        <p:spPr>
          <a:xfrm>
            <a:off x="1649750" y="10013614"/>
            <a:ext cx="1133856" cy="457200"/>
          </a:xfrm>
          <a:prstGeom prst="rect">
            <a:avLst/>
          </a:prstGeom>
          <a:noFill/>
          <a:ln>
            <a:noFill/>
          </a:ln>
        </p:spPr>
        <p:txBody>
          <a:bodyPr wrap="square">
            <a:spAutoFit/>
          </a:bodyPr>
          <a:lstStyle/>
          <a:p>
            <a:pPr algn="ctr"/>
            <a:r>
              <a:rPr lang="es-ES_tradnl" sz="600" b="0" i="0" noProof="1">
                <a:solidFill>
                  <a:srgbClr val="333333"/>
                </a:solidFill>
                <a:latin typeface="Calibri"/>
              </a:rPr>
              <a:t>Define el marco
estratégico y
meta de precisión.</a:t>
            </a:r>
          </a:p>
        </p:txBody>
      </p:sp>
      <p:sp>
        <p:nvSpPr>
          <p:cNvPr id="122" name="Rectangle 121"/>
          <p:cNvSpPr/>
          <p:nvPr/>
        </p:nvSpPr>
        <p:spPr>
          <a:xfrm>
            <a:off x="2829326" y="10013614"/>
            <a:ext cx="11887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23" name="TextBox 122"/>
          <p:cNvSpPr txBox="1"/>
          <p:nvPr/>
        </p:nvSpPr>
        <p:spPr>
          <a:xfrm>
            <a:off x="2856758" y="10013614"/>
            <a:ext cx="1133856" cy="457200"/>
          </a:xfrm>
          <a:prstGeom prst="rect">
            <a:avLst/>
          </a:prstGeom>
          <a:noFill/>
          <a:ln>
            <a:noFill/>
          </a:ln>
        </p:spPr>
        <p:txBody>
          <a:bodyPr wrap="square">
            <a:spAutoFit/>
          </a:bodyPr>
          <a:lstStyle/>
          <a:p>
            <a:pPr algn="ctr"/>
            <a:r>
              <a:rPr lang="es-ES_tradnl" sz="600" b="0" i="0" noProof="1">
                <a:solidFill>
                  <a:srgbClr val="333333"/>
                </a:solidFill>
                <a:latin typeface="Calibri"/>
              </a:rPr>
              <a:t>Justifica la
necesidad de
procesar flujos.</a:t>
            </a:r>
          </a:p>
        </p:txBody>
      </p:sp>
      <p:sp>
        <p:nvSpPr>
          <p:cNvPr id="124" name="Rectangle 123"/>
          <p:cNvSpPr/>
          <p:nvPr/>
        </p:nvSpPr>
        <p:spPr>
          <a:xfrm>
            <a:off x="4036334" y="10013614"/>
            <a:ext cx="11887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25" name="TextBox 124"/>
          <p:cNvSpPr txBox="1"/>
          <p:nvPr/>
        </p:nvSpPr>
        <p:spPr>
          <a:xfrm>
            <a:off x="4063766" y="10013614"/>
            <a:ext cx="1133856" cy="457200"/>
          </a:xfrm>
          <a:prstGeom prst="rect">
            <a:avLst/>
          </a:prstGeom>
          <a:noFill/>
          <a:ln>
            <a:noFill/>
          </a:ln>
        </p:spPr>
        <p:txBody>
          <a:bodyPr wrap="square">
            <a:spAutoFit/>
          </a:bodyPr>
          <a:lstStyle/>
          <a:p>
            <a:pPr algn="ctr"/>
            <a:r>
              <a:rPr lang="es-ES_tradnl" sz="600" b="0" i="0" noProof="1">
                <a:solidFill>
                  <a:srgbClr val="333333"/>
                </a:solidFill>
                <a:latin typeface="Calibri"/>
              </a:rPr>
              <a:t>Sustenta la
Elasticidad
Laboral como
sensor crítico.</a:t>
            </a:r>
          </a:p>
        </p:txBody>
      </p:sp>
      <p:sp>
        <p:nvSpPr>
          <p:cNvPr id="126" name="Rectangle 125"/>
          <p:cNvSpPr/>
          <p:nvPr/>
        </p:nvSpPr>
        <p:spPr>
          <a:xfrm>
            <a:off x="5243342" y="10013614"/>
            <a:ext cx="11887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27" name="TextBox 126"/>
          <p:cNvSpPr txBox="1"/>
          <p:nvPr/>
        </p:nvSpPr>
        <p:spPr>
          <a:xfrm>
            <a:off x="5270774" y="10013614"/>
            <a:ext cx="1133856" cy="457200"/>
          </a:xfrm>
          <a:prstGeom prst="rect">
            <a:avLst/>
          </a:prstGeom>
          <a:noFill/>
          <a:ln>
            <a:noFill/>
          </a:ln>
        </p:spPr>
        <p:txBody>
          <a:bodyPr wrap="square">
            <a:spAutoFit/>
          </a:bodyPr>
          <a:lstStyle/>
          <a:p>
            <a:pPr algn="ctr"/>
            <a:r>
              <a:rPr lang="es-ES_tradnl" sz="600" b="0" i="0" noProof="1">
                <a:solidFill>
                  <a:srgbClr val="333333"/>
                </a:solidFill>
                <a:latin typeface="Calibri"/>
              </a:rPr>
              <a:t>Justifica el
sensor de fatiga
por desgaste
externo.</a:t>
            </a:r>
          </a:p>
        </p:txBody>
      </p:sp>
      <p:sp>
        <p:nvSpPr>
          <p:cNvPr id="128" name="Rectangle 127"/>
          <p:cNvSpPr/>
          <p:nvPr/>
        </p:nvSpPr>
        <p:spPr>
          <a:xfrm>
            <a:off x="0" y="11859768"/>
            <a:ext cx="6858000" cy="329184"/>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29" name="TextBox 128"/>
          <p:cNvSpPr txBox="1"/>
          <p:nvPr/>
        </p:nvSpPr>
        <p:spPr>
          <a:xfrm>
            <a:off x="91440" y="11859768"/>
            <a:ext cx="5029200" cy="329184"/>
          </a:xfrm>
          <a:prstGeom prst="rect">
            <a:avLst/>
          </a:prstGeom>
          <a:noFill/>
          <a:ln>
            <a:noFill/>
          </a:ln>
        </p:spPr>
        <p:txBody>
          <a:bodyPr wrap="square">
            <a:spAutoFit/>
          </a:bodyPr>
          <a:lstStyle/>
          <a:p>
            <a:pPr algn="l"/>
            <a:r>
              <a:rPr lang="es-ES_tradnl" sz="650" b="0" i="0" noProof="1">
                <a:solidFill>
                  <a:srgbClr val="FFFFFF"/>
                </a:solidFill>
                <a:latin typeface="Calibri"/>
              </a:rPr>
              <a:t>Jhon Alejandro Correal Martínez  |  Rafael Andrés Guzmán Rodríguez  |  Docente: Doris Constanza Alvarado Mariño</a:t>
            </a:r>
          </a:p>
        </p:txBody>
      </p:sp>
      <p:sp>
        <p:nvSpPr>
          <p:cNvPr id="130" name="TextBox 129"/>
          <p:cNvSpPr txBox="1"/>
          <p:nvPr/>
        </p:nvSpPr>
        <p:spPr>
          <a:xfrm>
            <a:off x="5212080" y="11859768"/>
            <a:ext cx="1554480" cy="329184"/>
          </a:xfrm>
          <a:prstGeom prst="rect">
            <a:avLst/>
          </a:prstGeom>
          <a:noFill/>
          <a:ln>
            <a:noFill/>
          </a:ln>
        </p:spPr>
        <p:txBody>
          <a:bodyPr wrap="square">
            <a:spAutoFit/>
          </a:bodyPr>
          <a:lstStyle/>
          <a:p>
            <a:pPr algn="r"/>
            <a:r>
              <a:rPr lang="es-ES_tradnl" sz="650" b="0" i="0" noProof="1">
                <a:solidFill>
                  <a:srgbClr val="52B788"/>
                </a:solidFill>
                <a:latin typeface="Calibri"/>
              </a:rPr>
              <a:t>Bogotá, Mayo 2026</a:t>
            </a:r>
          </a:p>
        </p:txBody>
      </p:sp>
      <p:pic>
        <p:nvPicPr>
          <p:cNvPr id="132" name="Picture 131">
            <a:extLst>
              <a:ext uri="{FF2B5EF4-FFF2-40B4-BE49-F238E27FC236}">
                <a16:creationId xmlns:a16="http://schemas.microsoft.com/office/drawing/2014/main" id="{0382CA56-C5F4-3A1B-AB7A-736367DE924A}"/>
              </a:ext>
            </a:extLst>
          </p:cNvPr>
          <p:cNvPicPr>
            <a:picLocks noChangeAspect="1"/>
          </p:cNvPicPr>
          <p:nvPr/>
        </p:nvPicPr>
        <p:blipFill>
          <a:blip r:embed="rId3"/>
          <a:stretch>
            <a:fillRect/>
          </a:stretch>
        </p:blipFill>
        <p:spPr>
          <a:xfrm>
            <a:off x="275492" y="67281"/>
            <a:ext cx="820615" cy="819452"/>
          </a:xfrm>
          <a:prstGeom prst="rect">
            <a:avLst/>
          </a:prstGeom>
        </p:spPr>
      </p:pic>
      <p:pic>
        <p:nvPicPr>
          <p:cNvPr id="1028" name="Picture 4" descr="Diseño PNG Y SVG De Blanco De Tiro Con Arco Con Una Flecha Para Camisetas">
            <a:extLst>
              <a:ext uri="{FF2B5EF4-FFF2-40B4-BE49-F238E27FC236}">
                <a16:creationId xmlns:a16="http://schemas.microsoft.com/office/drawing/2014/main" id="{9C876722-804E-31D1-2CB3-56AABB39B0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483" y="5066866"/>
            <a:ext cx="251992" cy="25199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inámica digital interfaz dibujos animados imagen 48970826 PNG">
            <a:extLst>
              <a:ext uri="{FF2B5EF4-FFF2-40B4-BE49-F238E27FC236}">
                <a16:creationId xmlns:a16="http://schemas.microsoft.com/office/drawing/2014/main" id="{DCA64D14-8023-431F-DF0B-5974213867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9327" y="3771191"/>
            <a:ext cx="531936" cy="42554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amino Senalador Ilustraciones – Descarga Gratis en SVG, PNG">
            <a:extLst>
              <a:ext uri="{FF2B5EF4-FFF2-40B4-BE49-F238E27FC236}">
                <a16:creationId xmlns:a16="http://schemas.microsoft.com/office/drawing/2014/main" id="{3C988105-85CE-282E-A047-8D2C0BCBBB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5963" y="3773653"/>
            <a:ext cx="407049" cy="40704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El Icono Del Despertador Suena Fuerte Por La Mañana Para Despertarse De La  Cama PNG ,dibujos Reloj, Despertador, Icono Del Reloj PNG y Vector para  Descargar Gratis | Pngtree">
            <a:extLst>
              <a:ext uri="{FF2B5EF4-FFF2-40B4-BE49-F238E27FC236}">
                <a16:creationId xmlns:a16="http://schemas.microsoft.com/office/drawing/2014/main" id="{F3C6EED2-8620-9E30-FEA7-0FFEF54362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7531" y="3706486"/>
            <a:ext cx="557559" cy="557559"/>
          </a:xfrm>
          <a:prstGeom prst="rect">
            <a:avLst/>
          </a:prstGeom>
          <a:noFill/>
          <a:extLst>
            <a:ext uri="{909E8E84-426E-40DD-AFC4-6F175D3DCCD1}">
              <a14:hiddenFill xmlns:a14="http://schemas.microsoft.com/office/drawing/2010/main">
                <a:solidFill>
                  <a:srgbClr val="FFFFFF"/>
                </a:solidFill>
              </a14:hiddenFill>
            </a:ext>
          </a:extLst>
        </p:spPr>
      </p:pic>
      <p:sp>
        <p:nvSpPr>
          <p:cNvPr id="140" name="TextBox 139">
            <a:extLst>
              <a:ext uri="{FF2B5EF4-FFF2-40B4-BE49-F238E27FC236}">
                <a16:creationId xmlns:a16="http://schemas.microsoft.com/office/drawing/2014/main" id="{0ED8C96A-3319-3085-D0F8-8B29DC3D2E35}"/>
              </a:ext>
            </a:extLst>
          </p:cNvPr>
          <p:cNvSpPr txBox="1"/>
          <p:nvPr/>
        </p:nvSpPr>
        <p:spPr>
          <a:xfrm>
            <a:off x="531627" y="5073140"/>
            <a:ext cx="999461" cy="215444"/>
          </a:xfrm>
          <a:prstGeom prst="rect">
            <a:avLst/>
          </a:prstGeom>
          <a:noFill/>
          <a:ln>
            <a:noFill/>
          </a:ln>
        </p:spPr>
        <p:txBody>
          <a:bodyPr wrap="square">
            <a:spAutoFit/>
          </a:bodyPr>
          <a:lstStyle/>
          <a:p>
            <a:pPr algn="l"/>
            <a:r>
              <a:rPr lang="es-ES_tradnl" sz="800" b="1" i="0" noProof="1">
                <a:solidFill>
                  <a:srgbClr val="2D6A4F"/>
                </a:solidFill>
                <a:latin typeface="Calibri"/>
              </a:rPr>
              <a:t>Meta institucional</a:t>
            </a:r>
          </a:p>
        </p:txBody>
      </p:sp>
      <p:sp>
        <p:nvSpPr>
          <p:cNvPr id="141" name="Rectangle 140">
            <a:extLst>
              <a:ext uri="{FF2B5EF4-FFF2-40B4-BE49-F238E27FC236}">
                <a16:creationId xmlns:a16="http://schemas.microsoft.com/office/drawing/2014/main" id="{B2D54852-0434-F5ED-8095-8CA3488D95FB}"/>
              </a:ext>
            </a:extLst>
          </p:cNvPr>
          <p:cNvSpPr/>
          <p:nvPr/>
        </p:nvSpPr>
        <p:spPr>
          <a:xfrm>
            <a:off x="2299715" y="7415783"/>
            <a:ext cx="4434840" cy="145389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44" name="Rectangle 143">
            <a:extLst>
              <a:ext uri="{FF2B5EF4-FFF2-40B4-BE49-F238E27FC236}">
                <a16:creationId xmlns:a16="http://schemas.microsoft.com/office/drawing/2014/main" id="{B4381DFE-8F0D-8D21-3608-4113192B9A6B}"/>
              </a:ext>
            </a:extLst>
          </p:cNvPr>
          <p:cNvSpPr/>
          <p:nvPr/>
        </p:nvSpPr>
        <p:spPr>
          <a:xfrm>
            <a:off x="2299715" y="7432960"/>
            <a:ext cx="4434840" cy="292608"/>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grpSp>
        <p:nvGrpSpPr>
          <p:cNvPr id="145" name="Group 144">
            <a:extLst>
              <a:ext uri="{FF2B5EF4-FFF2-40B4-BE49-F238E27FC236}">
                <a16:creationId xmlns:a16="http://schemas.microsoft.com/office/drawing/2014/main" id="{AD95299E-2EBA-DD21-355B-AB7705044945}"/>
              </a:ext>
            </a:extLst>
          </p:cNvPr>
          <p:cNvGrpSpPr/>
          <p:nvPr/>
        </p:nvGrpSpPr>
        <p:grpSpPr>
          <a:xfrm>
            <a:off x="5431535" y="7786809"/>
            <a:ext cx="1207007" cy="347472"/>
            <a:chOff x="4581144" y="9308592"/>
            <a:chExt cx="1207007" cy="347472"/>
          </a:xfrm>
        </p:grpSpPr>
        <p:sp>
          <p:nvSpPr>
            <p:cNvPr id="94" name="Rectangle 93"/>
            <p:cNvSpPr/>
            <p:nvPr/>
          </p:nvSpPr>
          <p:spPr>
            <a:xfrm>
              <a:off x="4581144" y="9308592"/>
              <a:ext cx="1207007" cy="347472"/>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95" name="TextBox 94"/>
            <p:cNvSpPr txBox="1"/>
            <p:nvPr/>
          </p:nvSpPr>
          <p:spPr>
            <a:xfrm>
              <a:off x="4743796" y="9342274"/>
              <a:ext cx="925483" cy="307777"/>
            </a:xfrm>
            <a:prstGeom prst="rect">
              <a:avLst/>
            </a:prstGeom>
            <a:noFill/>
            <a:ln>
              <a:noFill/>
            </a:ln>
          </p:spPr>
          <p:txBody>
            <a:bodyPr wrap="square">
              <a:spAutoFit/>
            </a:bodyPr>
            <a:lstStyle/>
            <a:p>
              <a:pPr algn="ctr"/>
              <a:r>
                <a:rPr lang="es-ES_tradnl" sz="700" b="1" i="0" noProof="1">
                  <a:solidFill>
                    <a:srgbClr val="FFFFFF"/>
                  </a:solidFill>
                  <a:latin typeface="Calibri"/>
                </a:rPr>
                <a:t>Superación de Modelos Genéricos</a:t>
              </a:r>
            </a:p>
          </p:txBody>
        </p:sp>
      </p:grpSp>
      <p:sp>
        <p:nvSpPr>
          <p:cNvPr id="142" name="TextBox 141">
            <a:extLst>
              <a:ext uri="{FF2B5EF4-FFF2-40B4-BE49-F238E27FC236}">
                <a16:creationId xmlns:a16="http://schemas.microsoft.com/office/drawing/2014/main" id="{810B343C-FB33-61AB-7BB3-5DFC47AFEC75}"/>
              </a:ext>
            </a:extLst>
          </p:cNvPr>
          <p:cNvSpPr txBox="1"/>
          <p:nvPr/>
        </p:nvSpPr>
        <p:spPr>
          <a:xfrm>
            <a:off x="2409995" y="7464829"/>
            <a:ext cx="4343400" cy="246221"/>
          </a:xfrm>
          <a:prstGeom prst="rect">
            <a:avLst/>
          </a:prstGeom>
          <a:noFill/>
          <a:ln>
            <a:noFill/>
          </a:ln>
        </p:spPr>
        <p:txBody>
          <a:bodyPr wrap="square">
            <a:spAutoFit/>
          </a:bodyPr>
          <a:lstStyle/>
          <a:p>
            <a:pPr algn="ctr"/>
            <a:r>
              <a:rPr lang="es-ES_tradnl" sz="1000" b="1" noProof="1">
                <a:solidFill>
                  <a:srgbClr val="FFFFFF"/>
                </a:solidFill>
              </a:rPr>
              <a:t>Vigilancia Tecnológica</a:t>
            </a:r>
          </a:p>
        </p:txBody>
      </p:sp>
      <p:sp>
        <p:nvSpPr>
          <p:cNvPr id="96" name="TextBox 95"/>
          <p:cNvSpPr txBox="1"/>
          <p:nvPr/>
        </p:nvSpPr>
        <p:spPr>
          <a:xfrm>
            <a:off x="5417819" y="8174179"/>
            <a:ext cx="1234440" cy="592470"/>
          </a:xfrm>
          <a:prstGeom prst="rect">
            <a:avLst/>
          </a:prstGeom>
          <a:noFill/>
          <a:ln>
            <a:noFill/>
          </a:ln>
        </p:spPr>
        <p:txBody>
          <a:bodyPr wrap="square">
            <a:spAutoFit/>
          </a:bodyPr>
          <a:lstStyle/>
          <a:p>
            <a:pPr algn="l"/>
            <a:r>
              <a:rPr lang="es-ES_tradnl" sz="650" b="0" i="0" noProof="1">
                <a:solidFill>
                  <a:srgbClr val="333333"/>
                </a:solidFill>
                <a:latin typeface="Calibri"/>
              </a:rPr>
              <a:t>Los modelos actuales (Adviser V.11, RUSIA) no conte</a:t>
            </a:r>
            <a:r>
              <a:rPr lang="es-ES_tradnl" sz="650" noProof="1">
                <a:solidFill>
                  <a:srgbClr val="333333"/>
                </a:solidFill>
                <a:latin typeface="Calibri"/>
              </a:rPr>
              <a:t>mplan todas las variables dinámicas ya que se basa </a:t>
            </a:r>
            <a:r>
              <a:rPr lang="es-ES_tradnl" sz="650" b="0" i="0" noProof="1">
                <a:solidFill>
                  <a:srgbClr val="333333"/>
                </a:solidFill>
                <a:latin typeface="Calibri"/>
              </a:rPr>
              <a:t>en fotografías estáticas.</a:t>
            </a:r>
          </a:p>
        </p:txBody>
      </p:sp>
      <p:grpSp>
        <p:nvGrpSpPr>
          <p:cNvPr id="146" name="Group 145">
            <a:extLst>
              <a:ext uri="{FF2B5EF4-FFF2-40B4-BE49-F238E27FC236}">
                <a16:creationId xmlns:a16="http://schemas.microsoft.com/office/drawing/2014/main" id="{8EA1D2C6-0D73-957D-71ED-08D9DB17A2A3}"/>
              </a:ext>
            </a:extLst>
          </p:cNvPr>
          <p:cNvGrpSpPr/>
          <p:nvPr/>
        </p:nvGrpSpPr>
        <p:grpSpPr>
          <a:xfrm>
            <a:off x="3874837" y="7786809"/>
            <a:ext cx="1200082" cy="347472"/>
            <a:chOff x="2404872" y="9308592"/>
            <a:chExt cx="1200082" cy="347472"/>
          </a:xfrm>
        </p:grpSpPr>
        <p:sp>
          <p:nvSpPr>
            <p:cNvPr id="91" name="Rectangle 90"/>
            <p:cNvSpPr/>
            <p:nvPr/>
          </p:nvSpPr>
          <p:spPr>
            <a:xfrm>
              <a:off x="2404872" y="9308592"/>
              <a:ext cx="1200082" cy="347472"/>
            </a:xfrm>
            <a:prstGeom prst="rect">
              <a:avLst/>
            </a:prstGeom>
            <a:solidFill>
              <a:srgbClr val="C8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92" name="TextBox 91"/>
            <p:cNvSpPr txBox="1"/>
            <p:nvPr/>
          </p:nvSpPr>
          <p:spPr>
            <a:xfrm>
              <a:off x="2408192" y="9382300"/>
              <a:ext cx="1196762" cy="200055"/>
            </a:xfrm>
            <a:prstGeom prst="rect">
              <a:avLst/>
            </a:prstGeom>
            <a:noFill/>
            <a:ln>
              <a:noFill/>
            </a:ln>
          </p:spPr>
          <p:txBody>
            <a:bodyPr wrap="square">
              <a:spAutoFit/>
            </a:bodyPr>
            <a:lstStyle/>
            <a:p>
              <a:pPr algn="ctr"/>
              <a:r>
                <a:rPr lang="es-ES_tradnl" sz="700" b="1" i="0" noProof="1">
                  <a:solidFill>
                    <a:srgbClr val="FFFFFF"/>
                  </a:solidFill>
                  <a:latin typeface="Calibri"/>
                </a:rPr>
                <a:t>AUC: 0,976</a:t>
              </a:r>
            </a:p>
          </p:txBody>
        </p:sp>
      </p:grpSp>
      <p:sp>
        <p:nvSpPr>
          <p:cNvPr id="93" name="TextBox 92"/>
          <p:cNvSpPr txBox="1"/>
          <p:nvPr/>
        </p:nvSpPr>
        <p:spPr>
          <a:xfrm>
            <a:off x="3844497" y="8189707"/>
            <a:ext cx="1317845" cy="492443"/>
          </a:xfrm>
          <a:prstGeom prst="rect">
            <a:avLst/>
          </a:prstGeom>
          <a:noFill/>
          <a:ln>
            <a:noFill/>
          </a:ln>
        </p:spPr>
        <p:txBody>
          <a:bodyPr wrap="square">
            <a:spAutoFit/>
          </a:bodyPr>
          <a:lstStyle/>
          <a:p>
            <a:pPr algn="l"/>
            <a:r>
              <a:rPr lang="es-ES_tradnl" sz="650" b="0" i="0" noProof="1">
                <a:solidFill>
                  <a:srgbClr val="333333"/>
                </a:solidFill>
                <a:latin typeface="Calibri"/>
              </a:rPr>
              <a:t>Los modelos RF y XGBoost confirmaron que la carga laboral y la interacción en el LMS son los predictores de mayor peso en el riesgo de deserción.</a:t>
            </a:r>
          </a:p>
        </p:txBody>
      </p:sp>
      <p:grpSp>
        <p:nvGrpSpPr>
          <p:cNvPr id="147" name="Group 146">
            <a:extLst>
              <a:ext uri="{FF2B5EF4-FFF2-40B4-BE49-F238E27FC236}">
                <a16:creationId xmlns:a16="http://schemas.microsoft.com/office/drawing/2014/main" id="{DA24C067-DEF5-1B7B-795C-2A42C23094C4}"/>
              </a:ext>
            </a:extLst>
          </p:cNvPr>
          <p:cNvGrpSpPr/>
          <p:nvPr/>
        </p:nvGrpSpPr>
        <p:grpSpPr>
          <a:xfrm>
            <a:off x="2354074" y="7786809"/>
            <a:ext cx="1259607" cy="347472"/>
            <a:chOff x="144213" y="9308592"/>
            <a:chExt cx="1529416" cy="347472"/>
          </a:xfrm>
        </p:grpSpPr>
        <p:sp>
          <p:nvSpPr>
            <p:cNvPr id="88" name="Rectangle 87"/>
            <p:cNvSpPr/>
            <p:nvPr/>
          </p:nvSpPr>
          <p:spPr>
            <a:xfrm>
              <a:off x="228600" y="9308592"/>
              <a:ext cx="1445029" cy="34747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89" name="TextBox 88"/>
            <p:cNvSpPr txBox="1"/>
            <p:nvPr/>
          </p:nvSpPr>
          <p:spPr>
            <a:xfrm>
              <a:off x="144213" y="9382300"/>
              <a:ext cx="1479433" cy="200055"/>
            </a:xfrm>
            <a:prstGeom prst="rect">
              <a:avLst/>
            </a:prstGeom>
            <a:noFill/>
            <a:ln>
              <a:noFill/>
            </a:ln>
          </p:spPr>
          <p:txBody>
            <a:bodyPr wrap="square">
              <a:spAutoFit/>
            </a:bodyPr>
            <a:lstStyle/>
            <a:p>
              <a:pPr algn="ctr"/>
              <a:r>
                <a:rPr lang="es-ES_tradnl" sz="700" b="1" i="0" noProof="1">
                  <a:solidFill>
                    <a:srgbClr val="FFFFFF"/>
                  </a:solidFill>
                  <a:latin typeface="Calibri"/>
                </a:rPr>
                <a:t>El Conflicto Trabajo-Estudio</a:t>
              </a:r>
            </a:p>
          </p:txBody>
        </p:sp>
      </p:grpSp>
      <p:sp>
        <p:nvSpPr>
          <p:cNvPr id="90" name="TextBox 89"/>
          <p:cNvSpPr txBox="1"/>
          <p:nvPr/>
        </p:nvSpPr>
        <p:spPr>
          <a:xfrm>
            <a:off x="2415262" y="8187760"/>
            <a:ext cx="1246909" cy="592470"/>
          </a:xfrm>
          <a:prstGeom prst="rect">
            <a:avLst/>
          </a:prstGeom>
          <a:noFill/>
          <a:ln>
            <a:noFill/>
          </a:ln>
        </p:spPr>
        <p:txBody>
          <a:bodyPr wrap="square">
            <a:spAutoFit/>
          </a:bodyPr>
          <a:lstStyle/>
          <a:p>
            <a:pPr algn="l"/>
            <a:r>
              <a:rPr lang="es-ES_tradnl" sz="650" b="0" i="0" noProof="1">
                <a:solidFill>
                  <a:srgbClr val="333333"/>
                </a:solidFill>
                <a:latin typeface="Calibri"/>
              </a:rPr>
              <a:t>La vigilancia tecnológica confirma que la carga laboral es el predictor número 1 de abandono, no integrado en monitoreos continuos.</a:t>
            </a:r>
          </a:p>
        </p:txBody>
      </p:sp>
      <p:grpSp>
        <p:nvGrpSpPr>
          <p:cNvPr id="149" name="Group 148">
            <a:extLst>
              <a:ext uri="{FF2B5EF4-FFF2-40B4-BE49-F238E27FC236}">
                <a16:creationId xmlns:a16="http://schemas.microsoft.com/office/drawing/2014/main" id="{49CD5020-8999-9753-5447-2A62F31C31A1}"/>
              </a:ext>
            </a:extLst>
          </p:cNvPr>
          <p:cNvGrpSpPr/>
          <p:nvPr/>
        </p:nvGrpSpPr>
        <p:grpSpPr>
          <a:xfrm>
            <a:off x="139820" y="10607793"/>
            <a:ext cx="3243460" cy="1210295"/>
            <a:chOff x="137160" y="8961120"/>
            <a:chExt cx="6583680" cy="1568903"/>
          </a:xfrm>
        </p:grpSpPr>
        <p:sp>
          <p:nvSpPr>
            <p:cNvPr id="150" name="Rectangle 149">
              <a:extLst>
                <a:ext uri="{FF2B5EF4-FFF2-40B4-BE49-F238E27FC236}">
                  <a16:creationId xmlns:a16="http://schemas.microsoft.com/office/drawing/2014/main" id="{65135A94-876D-11E1-7498-0517267F645C}"/>
                </a:ext>
              </a:extLst>
            </p:cNvPr>
            <p:cNvSpPr>
              <a:spLocks/>
            </p:cNvSpPr>
            <p:nvPr/>
          </p:nvSpPr>
          <p:spPr>
            <a:xfrm>
              <a:off x="137160" y="8961120"/>
              <a:ext cx="6583680" cy="15689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sp>
          <p:nvSpPr>
            <p:cNvPr id="151" name="Rectangle 150">
              <a:extLst>
                <a:ext uri="{FF2B5EF4-FFF2-40B4-BE49-F238E27FC236}">
                  <a16:creationId xmlns:a16="http://schemas.microsoft.com/office/drawing/2014/main" id="{FE50CAE0-FA7D-1261-28C4-A23DDDA7956A}"/>
                </a:ext>
              </a:extLst>
            </p:cNvPr>
            <p:cNvSpPr/>
            <p:nvPr/>
          </p:nvSpPr>
          <p:spPr>
            <a:xfrm>
              <a:off x="137160" y="8961120"/>
              <a:ext cx="6583680" cy="211542"/>
            </a:xfrm>
            <a:prstGeom prst="rect">
              <a:avLst/>
            </a:prstGeom>
            <a:solidFill>
              <a:srgbClr val="1A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noProof="1"/>
            </a:p>
          </p:txBody>
        </p:sp>
      </p:grpSp>
      <p:sp>
        <p:nvSpPr>
          <p:cNvPr id="152" name="TextBox 151">
            <a:extLst>
              <a:ext uri="{FF2B5EF4-FFF2-40B4-BE49-F238E27FC236}">
                <a16:creationId xmlns:a16="http://schemas.microsoft.com/office/drawing/2014/main" id="{71780C43-97E9-7978-B3E3-048CC9C1C9E4}"/>
              </a:ext>
            </a:extLst>
          </p:cNvPr>
          <p:cNvSpPr txBox="1"/>
          <p:nvPr/>
        </p:nvSpPr>
        <p:spPr>
          <a:xfrm>
            <a:off x="4434838" y="10546577"/>
            <a:ext cx="1041074" cy="261610"/>
          </a:xfrm>
          <a:prstGeom prst="rect">
            <a:avLst/>
          </a:prstGeom>
          <a:noFill/>
          <a:ln>
            <a:noFill/>
          </a:ln>
        </p:spPr>
        <p:txBody>
          <a:bodyPr wrap="square">
            <a:spAutoFit/>
          </a:bodyPr>
          <a:lstStyle/>
          <a:p>
            <a:pPr algn="ctr"/>
            <a:r>
              <a:rPr lang="es-ES_tradnl" sz="1100" b="1" i="0" noProof="1">
                <a:solidFill>
                  <a:srgbClr val="FFFFFF"/>
                </a:solidFill>
                <a:latin typeface="Calibri"/>
              </a:rPr>
              <a:t>REFERENCIAS</a:t>
            </a:r>
          </a:p>
        </p:txBody>
      </p:sp>
      <p:sp>
        <p:nvSpPr>
          <p:cNvPr id="153" name="TextBox 152">
            <a:extLst>
              <a:ext uri="{FF2B5EF4-FFF2-40B4-BE49-F238E27FC236}">
                <a16:creationId xmlns:a16="http://schemas.microsoft.com/office/drawing/2014/main" id="{07478CFF-2739-1083-FE3F-4794DE51DD84}"/>
              </a:ext>
            </a:extLst>
          </p:cNvPr>
          <p:cNvSpPr txBox="1"/>
          <p:nvPr/>
        </p:nvSpPr>
        <p:spPr>
          <a:xfrm>
            <a:off x="3409218" y="10782334"/>
            <a:ext cx="3309266" cy="1015663"/>
          </a:xfrm>
          <a:prstGeom prst="rect">
            <a:avLst/>
          </a:prstGeom>
          <a:noFill/>
          <a:ln>
            <a:noFill/>
          </a:ln>
        </p:spPr>
        <p:txBody>
          <a:bodyPr wrap="square">
            <a:spAutoFit/>
          </a:bodyPr>
          <a:lstStyle/>
          <a:p>
            <a:pPr algn="l"/>
            <a:r>
              <a:rPr lang="es-ES_tradnl" sz="500" b="0" i="0" noProof="1">
                <a:solidFill>
                  <a:srgbClr val="333333"/>
                </a:solidFill>
                <a:latin typeface="Calibri"/>
              </a:rPr>
              <a:t>- Arias-Velandia, N., Vergel-Ortega, M., &amp; Huertas-Díaz, O. (2018). Aprendizaje, deserción y factores asociados en instituciones de educación superior de formación técnica y tecnológica (TyT) en Colombia.</a:t>
            </a:r>
          </a:p>
          <a:p>
            <a:pPr algn="l"/>
            <a:r>
              <a:rPr lang="es-ES_tradnl" sz="500" b="0" i="0" noProof="1">
                <a:solidFill>
                  <a:srgbClr val="333333"/>
                </a:solidFill>
                <a:latin typeface="Calibri"/>
              </a:rPr>
              <a:t>- Breiman, L. (2001). Random Forests. Machine Learning, 45(1), 5–32. - Chen, T. &amp; Guestrin, C. (2016). XGBoost: A Scalable Tree Boosting System. KDD 2016.</a:t>
            </a:r>
          </a:p>
          <a:p>
            <a:pPr algn="l"/>
            <a:r>
              <a:rPr lang="es-ES_tradnl" sz="500" b="0" i="0" noProof="1">
                <a:solidFill>
                  <a:srgbClr val="333333"/>
                </a:solidFill>
                <a:latin typeface="Calibri"/>
              </a:rPr>
              <a:t>- Congreso de la República de Colombia. (2012). Ley 1581 de 2012: Por la cual se dictan disposiciones generales para la protección de datos personales [Diario Oficial No. 48.587]. </a:t>
            </a:r>
          </a:p>
          <a:p>
            <a:pPr algn="l"/>
            <a:r>
              <a:rPr lang="es-ES_tradnl" sz="500" b="0" i="0" noProof="1">
                <a:solidFill>
                  <a:srgbClr val="333333"/>
                </a:solidFill>
                <a:latin typeface="Calibri"/>
              </a:rPr>
              <a:t>- Ministerio de Educación Nacional. (2025). Estadísticas de deserción y permanencia en educación superior SPADIES 3.0. - - Observatorio de Movilidad de Bogotá. (2024). Tablero de Percepción Ciudadana de la Movilidad. Secretaría Distrital de Movilidad. </a:t>
            </a:r>
          </a:p>
          <a:p>
            <a:pPr algn="l"/>
            <a:r>
              <a:rPr lang="es-ES_tradnl" sz="500" b="0" i="0" noProof="1">
                <a:solidFill>
                  <a:srgbClr val="333333"/>
                </a:solidFill>
                <a:latin typeface="Calibri"/>
              </a:rPr>
              <a:t>- ETITC. (2025a). Informe de Caracterización Estudiantil 2025-1. Bienestar Universitario. </a:t>
            </a:r>
            <a:br>
              <a:rPr lang="es-ES_tradnl" sz="500" b="0" i="0" noProof="1">
                <a:solidFill>
                  <a:srgbClr val="333333"/>
                </a:solidFill>
                <a:latin typeface="Calibri"/>
              </a:rPr>
            </a:br>
            <a:r>
              <a:rPr lang="es-ES_tradnl" sz="500" b="0" i="0" noProof="1">
                <a:solidFill>
                  <a:srgbClr val="333333"/>
                </a:solidFill>
                <a:latin typeface="Calibri"/>
              </a:rPr>
              <a:t>- ETITC. (2025b). Plan de Desarrollo Institucional 2025-2032 (Resolución 216 de 2025). Escuela Tecnológica Instituto Técnico Central. </a:t>
            </a:r>
          </a:p>
        </p:txBody>
      </p:sp>
      <p:sp>
        <p:nvSpPr>
          <p:cNvPr id="157" name="TextBox 152">
            <a:extLst>
              <a:ext uri="{FF2B5EF4-FFF2-40B4-BE49-F238E27FC236}">
                <a16:creationId xmlns:a16="http://schemas.microsoft.com/office/drawing/2014/main" id="{908F420B-4C53-49FD-8456-84924C2A918B}"/>
              </a:ext>
            </a:extLst>
          </p:cNvPr>
          <p:cNvSpPr txBox="1"/>
          <p:nvPr/>
        </p:nvSpPr>
        <p:spPr>
          <a:xfrm>
            <a:off x="113156" y="11223513"/>
            <a:ext cx="3291840" cy="400110"/>
          </a:xfrm>
          <a:prstGeom prst="rect">
            <a:avLst/>
          </a:prstGeom>
          <a:noFill/>
          <a:ln>
            <a:noFill/>
          </a:ln>
        </p:spPr>
        <p:txBody>
          <a:bodyPr wrap="square">
            <a:spAutoFit/>
          </a:bodyPr>
          <a:lstStyle/>
          <a:p>
            <a:r>
              <a:rPr lang="es-ES_tradnl" sz="500" noProof="1">
                <a:solidFill>
                  <a:srgbClr val="333333"/>
                </a:solidFill>
              </a:rPr>
              <a:t>El proyecto se encuentra en TRL-3 (Prueba Experimental): el modelo de analítica predictiva fue entrenado y validado con un conjunto de datos sintéticos calibrado con el perfil real del estudiante nocturno de la ETITC (n = 1 000), obteniendo una exactitud del 95,5 % con XGBoost y un AUC de 0,976 con Random Forest, lo que confirma la viabilidad técnica del sistema. El paso siguiente es avanzar a TRL-4 mediante la validación con datos reales de la institución.</a:t>
            </a:r>
          </a:p>
        </p:txBody>
      </p:sp>
      <p:sp>
        <p:nvSpPr>
          <p:cNvPr id="160" name="TextBox 151">
            <a:extLst>
              <a:ext uri="{FF2B5EF4-FFF2-40B4-BE49-F238E27FC236}">
                <a16:creationId xmlns:a16="http://schemas.microsoft.com/office/drawing/2014/main" id="{D754CB0F-6CFD-4D05-A1A2-56EEF83C527B}"/>
              </a:ext>
            </a:extLst>
          </p:cNvPr>
          <p:cNvSpPr txBox="1"/>
          <p:nvPr/>
        </p:nvSpPr>
        <p:spPr>
          <a:xfrm>
            <a:off x="401475" y="10555254"/>
            <a:ext cx="2690976" cy="261610"/>
          </a:xfrm>
          <a:prstGeom prst="rect">
            <a:avLst/>
          </a:prstGeom>
          <a:noFill/>
          <a:ln>
            <a:noFill/>
          </a:ln>
        </p:spPr>
        <p:txBody>
          <a:bodyPr wrap="square">
            <a:spAutoFit/>
          </a:bodyPr>
          <a:lstStyle/>
          <a:p>
            <a:pPr algn="ctr"/>
            <a:r>
              <a:rPr lang="es-ES_tradnl" sz="1100" b="1" noProof="1">
                <a:solidFill>
                  <a:srgbClr val="FFFFFF"/>
                </a:solidFill>
                <a:latin typeface="Calibri"/>
              </a:rPr>
              <a:t>Nivel de Madurez Tecnológica (TRL-3)</a:t>
            </a:r>
          </a:p>
        </p:txBody>
      </p:sp>
      <p:pic>
        <p:nvPicPr>
          <p:cNvPr id="131" name="Imagen 130">
            <a:extLst>
              <a:ext uri="{FF2B5EF4-FFF2-40B4-BE49-F238E27FC236}">
                <a16:creationId xmlns:a16="http://schemas.microsoft.com/office/drawing/2014/main" id="{56ACEDD2-5EDC-470D-B8B6-B8C79E583E09}"/>
              </a:ext>
            </a:extLst>
          </p:cNvPr>
          <p:cNvPicPr>
            <a:picLocks noChangeAspect="1"/>
          </p:cNvPicPr>
          <p:nvPr/>
        </p:nvPicPr>
        <p:blipFill>
          <a:blip r:embed="rId8"/>
          <a:stretch>
            <a:fillRect/>
          </a:stretch>
        </p:blipFill>
        <p:spPr>
          <a:xfrm>
            <a:off x="375537" y="10782333"/>
            <a:ext cx="2563826" cy="450497"/>
          </a:xfrm>
          <a:prstGeom prst="rect">
            <a:avLst/>
          </a:prstGeom>
        </p:spPr>
      </p:pic>
      <p:sp>
        <p:nvSpPr>
          <p:cNvPr id="185" name="Rectangle 56">
            <a:extLst>
              <a:ext uri="{FF2B5EF4-FFF2-40B4-BE49-F238E27FC236}">
                <a16:creationId xmlns:a16="http://schemas.microsoft.com/office/drawing/2014/main" id="{161AC143-6ABC-4955-B73F-E5CF18AF7D6B}"/>
              </a:ext>
            </a:extLst>
          </p:cNvPr>
          <p:cNvSpPr/>
          <p:nvPr/>
        </p:nvSpPr>
        <p:spPr>
          <a:xfrm>
            <a:off x="2310478" y="5774044"/>
            <a:ext cx="4434840" cy="15540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s-ES_tradnl" noProof="1"/>
              <a:t>El modelo fue entrenado con datos sintéticos (n = 1 000): XGBoost alcanzó exactitud del 95,5% y F1 = 87%; Random Forest obtuvo 95,0% y AUC = 0,976.</a:t>
            </a:r>
          </a:p>
        </p:txBody>
      </p:sp>
      <p:sp>
        <p:nvSpPr>
          <p:cNvPr id="186" name="Rectangle 57">
            <a:extLst>
              <a:ext uri="{FF2B5EF4-FFF2-40B4-BE49-F238E27FC236}">
                <a16:creationId xmlns:a16="http://schemas.microsoft.com/office/drawing/2014/main" id="{73AC4867-42F7-4015-AE17-5E128A37CD36}"/>
              </a:ext>
            </a:extLst>
          </p:cNvPr>
          <p:cNvSpPr/>
          <p:nvPr/>
        </p:nvSpPr>
        <p:spPr>
          <a:xfrm>
            <a:off x="2308262" y="5775582"/>
            <a:ext cx="4434840" cy="292608"/>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s-ES_tradnl" noProof="1"/>
          </a:p>
        </p:txBody>
      </p:sp>
      <p:sp>
        <p:nvSpPr>
          <p:cNvPr id="187" name="TextBox 58">
            <a:extLst>
              <a:ext uri="{FF2B5EF4-FFF2-40B4-BE49-F238E27FC236}">
                <a16:creationId xmlns:a16="http://schemas.microsoft.com/office/drawing/2014/main" id="{8C110535-3C79-49C7-9144-B4CE76545E1F}"/>
              </a:ext>
            </a:extLst>
          </p:cNvPr>
          <p:cNvSpPr txBox="1"/>
          <p:nvPr/>
        </p:nvSpPr>
        <p:spPr>
          <a:xfrm>
            <a:off x="2353982" y="5784726"/>
            <a:ext cx="4343400" cy="274320"/>
          </a:xfrm>
          <a:prstGeom prst="rect">
            <a:avLst/>
          </a:prstGeom>
          <a:no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s-ES_tradnl" sz="1000" b="1" i="0" noProof="1">
                <a:solidFill>
                  <a:srgbClr val="FFFFFF"/>
                </a:solidFill>
                <a:latin typeface="Calibri"/>
              </a:rPr>
              <a:t>Metodología (Ciclo de Vida del Modelo)</a:t>
            </a:r>
          </a:p>
        </p:txBody>
      </p:sp>
      <p:sp>
        <p:nvSpPr>
          <p:cNvPr id="188" name="TextBox 75">
            <a:extLst>
              <a:ext uri="{FF2B5EF4-FFF2-40B4-BE49-F238E27FC236}">
                <a16:creationId xmlns:a16="http://schemas.microsoft.com/office/drawing/2014/main" id="{459686AE-9837-4150-A211-D07EFE2E0344}"/>
              </a:ext>
            </a:extLst>
          </p:cNvPr>
          <p:cNvSpPr txBox="1"/>
          <p:nvPr/>
        </p:nvSpPr>
        <p:spPr>
          <a:xfrm>
            <a:off x="5024029" y="6113910"/>
            <a:ext cx="768096" cy="201168"/>
          </a:xfrm>
          <a:prstGeom prst="rect">
            <a:avLst/>
          </a:prstGeom>
          <a:no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s-ES_tradnl" sz="650" b="1" i="0" noProof="1">
                <a:solidFill>
                  <a:srgbClr val="FFFFFF"/>
                </a:solidFill>
                <a:latin typeface="Calibri"/>
              </a:rPr>
              <a:t>Fase 4</a:t>
            </a:r>
          </a:p>
        </p:txBody>
      </p:sp>
      <p:sp>
        <p:nvSpPr>
          <p:cNvPr id="189" name="TextBox 76">
            <a:extLst>
              <a:ext uri="{FF2B5EF4-FFF2-40B4-BE49-F238E27FC236}">
                <a16:creationId xmlns:a16="http://schemas.microsoft.com/office/drawing/2014/main" id="{123930C9-741A-46D7-9502-ECEB060B3F96}"/>
              </a:ext>
            </a:extLst>
          </p:cNvPr>
          <p:cNvSpPr txBox="1"/>
          <p:nvPr/>
        </p:nvSpPr>
        <p:spPr>
          <a:xfrm>
            <a:off x="5020009" y="6250238"/>
            <a:ext cx="768096" cy="237744"/>
          </a:xfrm>
          <a:prstGeom prst="rect">
            <a:avLst/>
          </a:prstGeom>
          <a:no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s-ES_tradnl" sz="600" b="1" i="0" noProof="1">
                <a:solidFill>
                  <a:srgbClr val="FFFFFF"/>
                </a:solidFill>
                <a:latin typeface="Calibri"/>
              </a:rPr>
              <a:t>Modelado</a:t>
            </a:r>
          </a:p>
        </p:txBody>
      </p:sp>
      <p:grpSp>
        <p:nvGrpSpPr>
          <p:cNvPr id="190" name="Group 133">
            <a:extLst>
              <a:ext uri="{FF2B5EF4-FFF2-40B4-BE49-F238E27FC236}">
                <a16:creationId xmlns:a16="http://schemas.microsoft.com/office/drawing/2014/main" id="{7777EF8B-E7FB-E968-33A3-BF6CBE771153}"/>
              </a:ext>
            </a:extLst>
          </p:cNvPr>
          <p:cNvGrpSpPr/>
          <p:nvPr/>
        </p:nvGrpSpPr>
        <p:grpSpPr>
          <a:xfrm>
            <a:off x="5648361" y="6116253"/>
            <a:ext cx="1003301" cy="1114455"/>
            <a:chOff x="5645150" y="6144768"/>
            <a:chExt cx="1003301" cy="1114455"/>
          </a:xfrm>
        </p:grpSpPr>
        <p:sp>
          <p:nvSpPr>
            <p:cNvPr id="206" name="Rectangle 79">
              <a:extLst>
                <a:ext uri="{FF2B5EF4-FFF2-40B4-BE49-F238E27FC236}">
                  <a16:creationId xmlns:a16="http://schemas.microsoft.com/office/drawing/2014/main" id="{C05137BD-93A6-4C56-846B-476DF2B3CC4C}"/>
                </a:ext>
              </a:extLst>
            </p:cNvPr>
            <p:cNvSpPr/>
            <p:nvPr/>
          </p:nvSpPr>
          <p:spPr>
            <a:xfrm>
              <a:off x="5651500" y="6144768"/>
              <a:ext cx="996951" cy="201168"/>
            </a:xfrm>
            <a:prstGeom prst="rect">
              <a:avLst/>
            </a:prstGeom>
            <a:solidFill>
              <a:srgbClr val="66AB84"/>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s-ES_tradnl" noProof="1"/>
            </a:p>
          </p:txBody>
        </p:sp>
        <p:grpSp>
          <p:nvGrpSpPr>
            <p:cNvPr id="207" name="Group 30">
              <a:extLst>
                <a:ext uri="{FF2B5EF4-FFF2-40B4-BE49-F238E27FC236}">
                  <a16:creationId xmlns:a16="http://schemas.microsoft.com/office/drawing/2014/main" id="{59C5BCB9-DB58-D7AB-9F9C-2C95159108A9}"/>
                </a:ext>
              </a:extLst>
            </p:cNvPr>
            <p:cNvGrpSpPr/>
            <p:nvPr/>
          </p:nvGrpSpPr>
          <p:grpSpPr>
            <a:xfrm>
              <a:off x="5645150" y="6149086"/>
              <a:ext cx="999878" cy="1110137"/>
              <a:chOff x="5846684" y="6149086"/>
              <a:chExt cx="807848" cy="1110137"/>
            </a:xfrm>
          </p:grpSpPr>
          <p:sp>
            <p:nvSpPr>
              <p:cNvPr id="208" name="Rectangle 72">
                <a:extLst>
                  <a:ext uri="{FF2B5EF4-FFF2-40B4-BE49-F238E27FC236}">
                    <a16:creationId xmlns:a16="http://schemas.microsoft.com/office/drawing/2014/main" id="{F49F5011-694C-40D5-9340-1F19B6076648}"/>
                  </a:ext>
                </a:extLst>
              </p:cNvPr>
              <p:cNvSpPr/>
              <p:nvPr/>
            </p:nvSpPr>
            <p:spPr>
              <a:xfrm>
                <a:off x="5851814" y="6342474"/>
                <a:ext cx="802718" cy="91674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s-ES_tradnl" sz="700" noProof="1">
                    <a:solidFill>
                      <a:schemeClr val="tx1"/>
                    </a:solidFill>
                  </a:rPr>
                  <a:t>Ejecutar el entrenamiento técnico y validar el modelo para la identificación de patrones de riesgo de deserción.</a:t>
                </a:r>
              </a:p>
            </p:txBody>
          </p:sp>
          <p:sp>
            <p:nvSpPr>
              <p:cNvPr id="209" name="TextBox 80">
                <a:extLst>
                  <a:ext uri="{FF2B5EF4-FFF2-40B4-BE49-F238E27FC236}">
                    <a16:creationId xmlns:a16="http://schemas.microsoft.com/office/drawing/2014/main" id="{52E397C6-6EEA-4FFC-8557-D826D8CB758E}"/>
                  </a:ext>
                </a:extLst>
              </p:cNvPr>
              <p:cNvSpPr txBox="1"/>
              <p:nvPr/>
            </p:nvSpPr>
            <p:spPr>
              <a:xfrm>
                <a:off x="5846684" y="6149086"/>
                <a:ext cx="795221" cy="192360"/>
              </a:xfrm>
              <a:prstGeom prst="rect">
                <a:avLst/>
              </a:prstGeom>
              <a:no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s-ES_tradnl" sz="650" b="1" i="0" noProof="1">
                    <a:solidFill>
                      <a:srgbClr val="FFFFFF"/>
                    </a:solidFill>
                    <a:latin typeface="Calibri"/>
                  </a:rPr>
                  <a:t>Fase 4 -  Modelado</a:t>
                </a:r>
              </a:p>
            </p:txBody>
          </p:sp>
        </p:grpSp>
      </p:grpSp>
      <p:grpSp>
        <p:nvGrpSpPr>
          <p:cNvPr id="191" name="Group 134">
            <a:extLst>
              <a:ext uri="{FF2B5EF4-FFF2-40B4-BE49-F238E27FC236}">
                <a16:creationId xmlns:a16="http://schemas.microsoft.com/office/drawing/2014/main" id="{0ACB81A6-A70D-6B4D-554B-7FAD39B10F56}"/>
              </a:ext>
            </a:extLst>
          </p:cNvPr>
          <p:cNvGrpSpPr/>
          <p:nvPr/>
        </p:nvGrpSpPr>
        <p:grpSpPr>
          <a:xfrm>
            <a:off x="4559974" y="6096499"/>
            <a:ext cx="1023619" cy="1135006"/>
            <a:chOff x="5624832" y="6124217"/>
            <a:chExt cx="1023619" cy="1135006"/>
          </a:xfrm>
        </p:grpSpPr>
        <p:sp>
          <p:nvSpPr>
            <p:cNvPr id="202" name="Rectangle 135">
              <a:extLst>
                <a:ext uri="{FF2B5EF4-FFF2-40B4-BE49-F238E27FC236}">
                  <a16:creationId xmlns:a16="http://schemas.microsoft.com/office/drawing/2014/main" id="{9E1CB62E-963E-F491-49BA-5C67D00DAA2A}"/>
                </a:ext>
              </a:extLst>
            </p:cNvPr>
            <p:cNvSpPr/>
            <p:nvPr/>
          </p:nvSpPr>
          <p:spPr>
            <a:xfrm>
              <a:off x="5651500" y="6144768"/>
              <a:ext cx="996951" cy="201168"/>
            </a:xfrm>
            <a:prstGeom prst="rect">
              <a:avLst/>
            </a:prstGeom>
            <a:solidFill>
              <a:srgbClr val="66AB84"/>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s-ES_tradnl" noProof="1"/>
            </a:p>
          </p:txBody>
        </p:sp>
        <p:grpSp>
          <p:nvGrpSpPr>
            <p:cNvPr id="203" name="Group 136">
              <a:extLst>
                <a:ext uri="{FF2B5EF4-FFF2-40B4-BE49-F238E27FC236}">
                  <a16:creationId xmlns:a16="http://schemas.microsoft.com/office/drawing/2014/main" id="{C1C15D0D-81AE-CD0C-A665-ED1C83E392AA}"/>
                </a:ext>
              </a:extLst>
            </p:cNvPr>
            <p:cNvGrpSpPr/>
            <p:nvPr/>
          </p:nvGrpSpPr>
          <p:grpSpPr>
            <a:xfrm>
              <a:off x="5624832" y="6124217"/>
              <a:ext cx="1020199" cy="1135006"/>
              <a:chOff x="5830266" y="6124217"/>
              <a:chExt cx="824266" cy="1135006"/>
            </a:xfrm>
          </p:grpSpPr>
          <p:sp>
            <p:nvSpPr>
              <p:cNvPr id="204" name="Rectangle 137">
                <a:extLst>
                  <a:ext uri="{FF2B5EF4-FFF2-40B4-BE49-F238E27FC236}">
                    <a16:creationId xmlns:a16="http://schemas.microsoft.com/office/drawing/2014/main" id="{6113EF65-9B43-FE88-A7DB-AAAD29D5D826}"/>
                  </a:ext>
                </a:extLst>
              </p:cNvPr>
              <p:cNvSpPr/>
              <p:nvPr/>
            </p:nvSpPr>
            <p:spPr>
              <a:xfrm>
                <a:off x="5851814" y="6342474"/>
                <a:ext cx="802718" cy="91674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s-ES_tradnl" sz="700" noProof="1">
                    <a:solidFill>
                      <a:schemeClr val="tx1"/>
                    </a:solidFill>
                  </a:rPr>
                  <a:t>Generar índices dinámicos de Fatiga Urbana y Desvinculación Digital para obtener variables con alto valor predictivo.</a:t>
                </a:r>
              </a:p>
            </p:txBody>
          </p:sp>
          <p:sp>
            <p:nvSpPr>
              <p:cNvPr id="205" name="TextBox 138">
                <a:extLst>
                  <a:ext uri="{FF2B5EF4-FFF2-40B4-BE49-F238E27FC236}">
                    <a16:creationId xmlns:a16="http://schemas.microsoft.com/office/drawing/2014/main" id="{3AC7FEF5-4CD0-1B49-2EBB-3DD529C6E79E}"/>
                  </a:ext>
                </a:extLst>
              </p:cNvPr>
              <p:cNvSpPr txBox="1"/>
              <p:nvPr/>
            </p:nvSpPr>
            <p:spPr>
              <a:xfrm>
                <a:off x="5830266" y="6124217"/>
                <a:ext cx="806509" cy="323165"/>
              </a:xfrm>
              <a:prstGeom prst="rect">
                <a:avLst/>
              </a:prstGeom>
              <a:no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s-ES_tradnl" sz="500" b="1" i="0" noProof="1">
                    <a:solidFill>
                      <a:srgbClr val="FFFFFF"/>
                    </a:solidFill>
                    <a:latin typeface="Calibri"/>
                  </a:rPr>
                  <a:t>Fase </a:t>
                </a:r>
                <a:r>
                  <a:rPr lang="es-ES_tradnl" sz="500" b="1" noProof="1">
                    <a:solidFill>
                      <a:srgbClr val="FFFFFF"/>
                    </a:solidFill>
                    <a:latin typeface="Calibri"/>
                  </a:rPr>
                  <a:t>3</a:t>
                </a:r>
                <a:r>
                  <a:rPr lang="es-ES_tradnl" sz="500" b="1" i="0" noProof="1">
                    <a:solidFill>
                      <a:srgbClr val="FFFFFF"/>
                    </a:solidFill>
                    <a:latin typeface="Calibri"/>
                  </a:rPr>
                  <a:t> -  </a:t>
                </a:r>
                <a:r>
                  <a:rPr lang="es-ES_tradnl" sz="500" b="1" noProof="1">
                    <a:solidFill>
                      <a:srgbClr val="FFFFFF"/>
                    </a:solidFill>
                  </a:rPr>
                  <a:t>Ingeniería de
Características</a:t>
                </a:r>
              </a:p>
              <a:p>
                <a:pPr algn="ctr"/>
                <a:endParaRPr lang="es-ES_tradnl" sz="500" b="1" i="0" noProof="1">
                  <a:solidFill>
                    <a:srgbClr val="FFFFFF"/>
                  </a:solidFill>
                  <a:latin typeface="Calibri"/>
                </a:endParaRPr>
              </a:p>
            </p:txBody>
          </p:sp>
        </p:grpSp>
      </p:grpSp>
      <p:grpSp>
        <p:nvGrpSpPr>
          <p:cNvPr id="192" name="Group 142">
            <a:extLst>
              <a:ext uri="{FF2B5EF4-FFF2-40B4-BE49-F238E27FC236}">
                <a16:creationId xmlns:a16="http://schemas.microsoft.com/office/drawing/2014/main" id="{39784D9E-6049-CD39-C632-F124B7C3380A}"/>
              </a:ext>
            </a:extLst>
          </p:cNvPr>
          <p:cNvGrpSpPr/>
          <p:nvPr/>
        </p:nvGrpSpPr>
        <p:grpSpPr>
          <a:xfrm>
            <a:off x="3465230" y="6098899"/>
            <a:ext cx="1023622" cy="1135006"/>
            <a:chOff x="5624829" y="6124217"/>
            <a:chExt cx="1023622" cy="1135006"/>
          </a:xfrm>
        </p:grpSpPr>
        <p:sp>
          <p:nvSpPr>
            <p:cNvPr id="198" name="Rectangle 156">
              <a:extLst>
                <a:ext uri="{FF2B5EF4-FFF2-40B4-BE49-F238E27FC236}">
                  <a16:creationId xmlns:a16="http://schemas.microsoft.com/office/drawing/2014/main" id="{514BF1A8-6FEC-9977-B754-F703711C0BAB}"/>
                </a:ext>
              </a:extLst>
            </p:cNvPr>
            <p:cNvSpPr/>
            <p:nvPr/>
          </p:nvSpPr>
          <p:spPr>
            <a:xfrm>
              <a:off x="5651500" y="6144768"/>
              <a:ext cx="996951" cy="201168"/>
            </a:xfrm>
            <a:prstGeom prst="rect">
              <a:avLst/>
            </a:prstGeom>
            <a:solidFill>
              <a:srgbClr val="66AB84"/>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s-ES_tradnl" noProof="1"/>
            </a:p>
          </p:txBody>
        </p:sp>
        <p:grpSp>
          <p:nvGrpSpPr>
            <p:cNvPr id="199" name="Group 157">
              <a:extLst>
                <a:ext uri="{FF2B5EF4-FFF2-40B4-BE49-F238E27FC236}">
                  <a16:creationId xmlns:a16="http://schemas.microsoft.com/office/drawing/2014/main" id="{F7712546-072D-3FA0-A109-B51F6E88DDA5}"/>
                </a:ext>
              </a:extLst>
            </p:cNvPr>
            <p:cNvGrpSpPr/>
            <p:nvPr/>
          </p:nvGrpSpPr>
          <p:grpSpPr>
            <a:xfrm>
              <a:off x="5624829" y="6124217"/>
              <a:ext cx="1020201" cy="1135006"/>
              <a:chOff x="5830266" y="6124217"/>
              <a:chExt cx="824268" cy="1135006"/>
            </a:xfrm>
          </p:grpSpPr>
          <p:sp>
            <p:nvSpPr>
              <p:cNvPr id="200" name="Rectangle 159">
                <a:extLst>
                  <a:ext uri="{FF2B5EF4-FFF2-40B4-BE49-F238E27FC236}">
                    <a16:creationId xmlns:a16="http://schemas.microsoft.com/office/drawing/2014/main" id="{13C6B05F-EC36-014F-1ADD-EFA46E657C9B}"/>
                  </a:ext>
                </a:extLst>
              </p:cNvPr>
              <p:cNvSpPr/>
              <p:nvPr/>
            </p:nvSpPr>
            <p:spPr>
              <a:xfrm>
                <a:off x="5851816" y="6342474"/>
                <a:ext cx="802718" cy="91674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s-ES_tradnl" sz="700" noProof="1">
                    <a:solidFill>
                      <a:schemeClr val="tx1"/>
                    </a:solidFill>
                  </a:rPr>
                  <a:t>Consolidar el histórico académico de 10 semestres e integrar logs de actividad digital para capturar el comportamiento dinámico del estudiante.</a:t>
                </a:r>
                <a:endParaRPr lang="es-ES_tradnl" sz="700" noProof="1"/>
              </a:p>
            </p:txBody>
          </p:sp>
          <p:sp>
            <p:nvSpPr>
              <p:cNvPr id="201" name="TextBox 160">
                <a:extLst>
                  <a:ext uri="{FF2B5EF4-FFF2-40B4-BE49-F238E27FC236}">
                    <a16:creationId xmlns:a16="http://schemas.microsoft.com/office/drawing/2014/main" id="{95693EAC-270D-135E-9D75-41D7D76D1A6F}"/>
                  </a:ext>
                </a:extLst>
              </p:cNvPr>
              <p:cNvSpPr txBox="1"/>
              <p:nvPr/>
            </p:nvSpPr>
            <p:spPr>
              <a:xfrm>
                <a:off x="5830266" y="6124217"/>
                <a:ext cx="806509" cy="400110"/>
              </a:xfrm>
              <a:prstGeom prst="rect">
                <a:avLst/>
              </a:prstGeom>
              <a:no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s-ES_tradnl" sz="500" b="1" i="0" noProof="1">
                    <a:solidFill>
                      <a:srgbClr val="FFFFFF"/>
                    </a:solidFill>
                    <a:latin typeface="Calibri"/>
                  </a:rPr>
                  <a:t>Fase 2</a:t>
                </a:r>
                <a:r>
                  <a:rPr lang="es-ES_tradnl" sz="500" b="1" noProof="1">
                    <a:solidFill>
                      <a:srgbClr val="FFFFFF"/>
                    </a:solidFill>
                  </a:rPr>
                  <a:t> -  Ingesta de
Datos</a:t>
                </a:r>
              </a:p>
              <a:p>
                <a:pPr algn="ctr"/>
                <a:endParaRPr lang="es-ES_tradnl" sz="500" b="1" noProof="1">
                  <a:solidFill>
                    <a:srgbClr val="FFFFFF"/>
                  </a:solidFill>
                </a:endParaRPr>
              </a:p>
              <a:p>
                <a:pPr algn="ctr"/>
                <a:endParaRPr lang="es-ES_tradnl" sz="500" b="1" i="0" noProof="1">
                  <a:solidFill>
                    <a:srgbClr val="FFFFFF"/>
                  </a:solidFill>
                  <a:latin typeface="Calibri"/>
                </a:endParaRPr>
              </a:p>
            </p:txBody>
          </p:sp>
        </p:grpSp>
      </p:grpSp>
      <p:grpSp>
        <p:nvGrpSpPr>
          <p:cNvPr id="193" name="Group 161">
            <a:extLst>
              <a:ext uri="{FF2B5EF4-FFF2-40B4-BE49-F238E27FC236}">
                <a16:creationId xmlns:a16="http://schemas.microsoft.com/office/drawing/2014/main" id="{ED98C217-DC08-9881-F437-AD147E32E4A8}"/>
              </a:ext>
            </a:extLst>
          </p:cNvPr>
          <p:cNvGrpSpPr/>
          <p:nvPr/>
        </p:nvGrpSpPr>
        <p:grpSpPr>
          <a:xfrm>
            <a:off x="2384230" y="6096232"/>
            <a:ext cx="1023619" cy="1135006"/>
            <a:chOff x="5624832" y="6124217"/>
            <a:chExt cx="1023619" cy="1135006"/>
          </a:xfrm>
        </p:grpSpPr>
        <p:sp>
          <p:nvSpPr>
            <p:cNvPr id="194" name="Rectangle 162">
              <a:extLst>
                <a:ext uri="{FF2B5EF4-FFF2-40B4-BE49-F238E27FC236}">
                  <a16:creationId xmlns:a16="http://schemas.microsoft.com/office/drawing/2014/main" id="{884D759E-56C8-A157-4702-947D865A553F}"/>
                </a:ext>
              </a:extLst>
            </p:cNvPr>
            <p:cNvSpPr/>
            <p:nvPr/>
          </p:nvSpPr>
          <p:spPr>
            <a:xfrm>
              <a:off x="5651500" y="6144768"/>
              <a:ext cx="996951" cy="201168"/>
            </a:xfrm>
            <a:prstGeom prst="rect">
              <a:avLst/>
            </a:prstGeom>
            <a:solidFill>
              <a:srgbClr val="66AB84"/>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s-ES_tradnl" noProof="1"/>
            </a:p>
          </p:txBody>
        </p:sp>
        <p:grpSp>
          <p:nvGrpSpPr>
            <p:cNvPr id="195" name="Group 163">
              <a:extLst>
                <a:ext uri="{FF2B5EF4-FFF2-40B4-BE49-F238E27FC236}">
                  <a16:creationId xmlns:a16="http://schemas.microsoft.com/office/drawing/2014/main" id="{1FD60112-0074-14E3-35FD-0F1CAC9D42CC}"/>
                </a:ext>
              </a:extLst>
            </p:cNvPr>
            <p:cNvGrpSpPr/>
            <p:nvPr/>
          </p:nvGrpSpPr>
          <p:grpSpPr>
            <a:xfrm>
              <a:off x="5624832" y="6124217"/>
              <a:ext cx="1020199" cy="1135006"/>
              <a:chOff x="5830266" y="6124217"/>
              <a:chExt cx="824266" cy="1135006"/>
            </a:xfrm>
          </p:grpSpPr>
          <p:sp>
            <p:nvSpPr>
              <p:cNvPr id="196" name="Rectangle 164">
                <a:extLst>
                  <a:ext uri="{FF2B5EF4-FFF2-40B4-BE49-F238E27FC236}">
                    <a16:creationId xmlns:a16="http://schemas.microsoft.com/office/drawing/2014/main" id="{C4F093E7-58AD-4BA1-897F-4D0230122E25}"/>
                  </a:ext>
                </a:extLst>
              </p:cNvPr>
              <p:cNvSpPr/>
              <p:nvPr/>
            </p:nvSpPr>
            <p:spPr>
              <a:xfrm>
                <a:off x="5851814" y="6342474"/>
                <a:ext cx="802718" cy="91674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s-ES_tradnl" sz="700" noProof="1">
                    <a:solidFill>
                      <a:schemeClr val="tx1"/>
                    </a:solidFill>
                  </a:rPr>
                  <a:t>Definir las estructuras de datos y establecer protocolos de privacidad y tratamiento de información bajo la Ley 1581 de 2012.</a:t>
                </a:r>
              </a:p>
            </p:txBody>
          </p:sp>
          <p:sp>
            <p:nvSpPr>
              <p:cNvPr id="197" name="TextBox 165">
                <a:extLst>
                  <a:ext uri="{FF2B5EF4-FFF2-40B4-BE49-F238E27FC236}">
                    <a16:creationId xmlns:a16="http://schemas.microsoft.com/office/drawing/2014/main" id="{4BF8ED3A-1CC5-E75D-9B9F-465F35102FD5}"/>
                  </a:ext>
                </a:extLst>
              </p:cNvPr>
              <p:cNvSpPr txBox="1"/>
              <p:nvPr/>
            </p:nvSpPr>
            <p:spPr>
              <a:xfrm>
                <a:off x="5830266" y="6124217"/>
                <a:ext cx="806509" cy="477054"/>
              </a:xfrm>
              <a:prstGeom prst="rect">
                <a:avLst/>
              </a:prstGeom>
              <a:no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s-ES_tradnl" sz="500" b="1" i="0" noProof="1">
                    <a:solidFill>
                      <a:srgbClr val="FFFFFF"/>
                    </a:solidFill>
                    <a:latin typeface="Calibri"/>
                  </a:rPr>
                  <a:t>Fase </a:t>
                </a:r>
                <a:r>
                  <a:rPr lang="es-ES_tradnl" sz="500" b="1" noProof="1">
                    <a:solidFill>
                      <a:srgbClr val="FFFFFF"/>
                    </a:solidFill>
                    <a:latin typeface="Calibri"/>
                  </a:rPr>
                  <a:t>1</a:t>
                </a:r>
                <a:r>
                  <a:rPr lang="es-ES_tradnl" sz="500" b="1" noProof="1">
                    <a:solidFill>
                      <a:srgbClr val="FFFFFF"/>
                    </a:solidFill>
                  </a:rPr>
                  <a:t> -  Gestión
Institucional</a:t>
                </a:r>
              </a:p>
              <a:p>
                <a:pPr algn="ctr"/>
                <a:endParaRPr lang="es-ES_tradnl" sz="500" b="1" noProof="1">
                  <a:solidFill>
                    <a:srgbClr val="FFFFFF"/>
                  </a:solidFill>
                </a:endParaRPr>
              </a:p>
              <a:p>
                <a:pPr algn="ctr"/>
                <a:endParaRPr lang="es-ES_tradnl" sz="500" b="1" noProof="1">
                  <a:solidFill>
                    <a:srgbClr val="FFFFFF"/>
                  </a:solidFill>
                </a:endParaRPr>
              </a:p>
              <a:p>
                <a:pPr algn="ctr"/>
                <a:endParaRPr lang="es-ES_tradnl" sz="500" b="1" i="0" noProof="1">
                  <a:solidFill>
                    <a:srgbClr val="FFFFFF"/>
                  </a:solidFill>
                  <a:latin typeface="Calibri"/>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AEE2B78512374397BDEC3F78774FB5" ma:contentTypeVersion="12" ma:contentTypeDescription="Create a new document." ma:contentTypeScope="" ma:versionID="7bac4a21a1c54a7b0e8626f4c24ffad8">
  <xsd:schema xmlns:xsd="http://www.w3.org/2001/XMLSchema" xmlns:xs="http://www.w3.org/2001/XMLSchema" xmlns:p="http://schemas.microsoft.com/office/2006/metadata/properties" xmlns:ns2="1134b229-7533-4e34-b9c5-1ebf7fdd3651" xmlns:ns3="42a3b858-a068-4efd-92d5-337c04f112a9" targetNamespace="http://schemas.microsoft.com/office/2006/metadata/properties" ma:root="true" ma:fieldsID="eb819524a68d031606eb9b4461bfe637" ns2:_="" ns3:_="">
    <xsd:import namespace="1134b229-7533-4e34-b9c5-1ebf7fdd3651"/>
    <xsd:import namespace="42a3b858-a068-4efd-92d5-337c04f112a9"/>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34b229-7533-4e34-b9c5-1ebf7fdd3651"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f894c4a9-f306-4282-b84a-f13750ff572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2a3b858-a068-4efd-92d5-337c04f112a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f506f8b7-95bb-482a-b057-b6978f02c346}" ma:internalName="TaxCatchAll" ma:showField="CatchAllData" ma:web="42a3b858-a068-4efd-92d5-337c04f112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1134b229-7533-4e34-b9c5-1ebf7fdd3651" xsi:nil="true"/>
    <lcf76f155ced4ddcb4097134ff3c332f xmlns="1134b229-7533-4e34-b9c5-1ebf7fdd3651">
      <Terms xmlns="http://schemas.microsoft.com/office/infopath/2007/PartnerControls"/>
    </lcf76f155ced4ddcb4097134ff3c332f>
    <TaxCatchAll xmlns="42a3b858-a068-4efd-92d5-337c04f112a9" xsi:nil="true"/>
  </documentManagement>
</p:properties>
</file>

<file path=customXml/itemProps1.xml><?xml version="1.0" encoding="utf-8"?>
<ds:datastoreItem xmlns:ds="http://schemas.openxmlformats.org/officeDocument/2006/customXml" ds:itemID="{23548AB9-8E53-4743-A8DE-6779DA88E2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34b229-7533-4e34-b9c5-1ebf7fdd3651"/>
    <ds:schemaRef ds:uri="42a3b858-a068-4efd-92d5-337c04f112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4650B4D-93EF-42F7-A782-B1FBBBC2419C}">
  <ds:schemaRefs>
    <ds:schemaRef ds:uri="http://schemas.microsoft.com/sharepoint/v3/contenttype/forms"/>
  </ds:schemaRefs>
</ds:datastoreItem>
</file>

<file path=customXml/itemProps3.xml><?xml version="1.0" encoding="utf-8"?>
<ds:datastoreItem xmlns:ds="http://schemas.openxmlformats.org/officeDocument/2006/customXml" ds:itemID="{8B9DD82C-CC0E-44C9-8BA4-E47462C869DB}">
  <ds:schemaRefs>
    <ds:schemaRef ds:uri="http://www.w3.org/XML/1998/namespace"/>
    <ds:schemaRef ds:uri="http://schemas.microsoft.com/office/2006/documentManagement/types"/>
    <ds:schemaRef ds:uri="http://purl.org/dc/elements/1.1/"/>
    <ds:schemaRef ds:uri="42a3b858-a068-4efd-92d5-337c04f112a9"/>
    <ds:schemaRef ds:uri="1134b229-7533-4e34-b9c5-1ebf7fdd3651"/>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138</TotalTime>
  <Words>1018</Words>
  <Application>Microsoft Macintosh PowerPoint</Application>
  <PresentationFormat>Custom</PresentationFormat>
  <Paragraphs>82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JHON ALEJANDRO CORREAL MARTINEZ</cp:lastModifiedBy>
  <cp:revision>10</cp:revision>
  <dcterms:created xsi:type="dcterms:W3CDTF">2013-01-27T09:14:16Z</dcterms:created>
  <dcterms:modified xsi:type="dcterms:W3CDTF">2026-05-27T23:14:15Z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0x01010034AEE2B78512374397BDEC3F78774FB5</vt:lpwstr>
  </property>
  <property fmtid="{D5CDD505-2E9C-101B-9397-08002B2CF9AE}" pid="3" name="MediaServiceImageTags">
    <vt:lpwstr/>
  </property>
</Properties>
</file>